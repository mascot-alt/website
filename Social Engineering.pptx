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0" d="100"/>
          <a:sy n="50" d="100"/>
        </p:scale>
        <p:origin x="1644" y="5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4E93D1-E6D3-4C23-99C0-C6F1399FD4D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C7C1D7-BFF2-469D-B1FB-8817AC6E69D5}">
      <dgm:prSet/>
      <dgm:spPr/>
      <dgm:t>
        <a:bodyPr/>
        <a:lstStyle/>
        <a:p>
          <a:r>
            <a:rPr lang="en-GB"/>
            <a:t>Over 90% of successful cyberattacks use an element of Social engineering. </a:t>
          </a:r>
          <a:endParaRPr lang="en-US"/>
        </a:p>
      </dgm:t>
    </dgm:pt>
    <dgm:pt modelId="{D467B758-5C4C-4198-831A-072FC6F8CA5F}" type="parTrans" cxnId="{3D06C4EA-BC15-4A4A-90F1-76AC1F89F646}">
      <dgm:prSet/>
      <dgm:spPr/>
      <dgm:t>
        <a:bodyPr/>
        <a:lstStyle/>
        <a:p>
          <a:endParaRPr lang="en-US"/>
        </a:p>
      </dgm:t>
    </dgm:pt>
    <dgm:pt modelId="{620D7D7A-757A-4793-B5AF-E9A1A6BF8EA6}" type="sibTrans" cxnId="{3D06C4EA-BC15-4A4A-90F1-76AC1F89F646}">
      <dgm:prSet/>
      <dgm:spPr/>
      <dgm:t>
        <a:bodyPr/>
        <a:lstStyle/>
        <a:p>
          <a:endParaRPr lang="en-US"/>
        </a:p>
      </dgm:t>
    </dgm:pt>
    <dgm:pt modelId="{8D5A563E-7A00-4C80-BEBE-9910E30A3C90}">
      <dgm:prSet/>
      <dgm:spPr/>
      <dgm:t>
        <a:bodyPr/>
        <a:lstStyle/>
        <a:p>
          <a:r>
            <a:rPr lang="en-GB"/>
            <a:t>The average cost of a data breach in the UK is 500,000 pound.</a:t>
          </a:r>
          <a:endParaRPr lang="en-US"/>
        </a:p>
      </dgm:t>
    </dgm:pt>
    <dgm:pt modelId="{09F1BCFF-27C2-4F17-B6F2-C5B856F3EFFB}" type="parTrans" cxnId="{A20DDA00-0D21-4124-9E33-25FB8FEC8994}">
      <dgm:prSet/>
      <dgm:spPr/>
      <dgm:t>
        <a:bodyPr/>
        <a:lstStyle/>
        <a:p>
          <a:endParaRPr lang="en-US"/>
        </a:p>
      </dgm:t>
    </dgm:pt>
    <dgm:pt modelId="{DD978164-EB87-474E-9CF4-52DE902FCEA4}" type="sibTrans" cxnId="{A20DDA00-0D21-4124-9E33-25FB8FEC8994}">
      <dgm:prSet/>
      <dgm:spPr/>
      <dgm:t>
        <a:bodyPr/>
        <a:lstStyle/>
        <a:p>
          <a:endParaRPr lang="en-US"/>
        </a:p>
      </dgm:t>
    </dgm:pt>
    <dgm:pt modelId="{4CEB1897-7E45-4D13-AE73-E6E998CE42A2}">
      <dgm:prSet/>
      <dgm:spPr/>
      <dgm:t>
        <a:bodyPr/>
        <a:lstStyle/>
        <a:p>
          <a:r>
            <a:rPr lang="en-GB"/>
            <a:t>According to the cybersecurity bureau 1 in 3 people have fallen for a phishing email. </a:t>
          </a:r>
          <a:endParaRPr lang="en-US"/>
        </a:p>
      </dgm:t>
    </dgm:pt>
    <dgm:pt modelId="{0C7CA9B1-CD4F-4C24-AD57-5A1C44399B24}" type="parTrans" cxnId="{C20F0FCF-9AF7-4BD7-B09E-2B878ECF0E1B}">
      <dgm:prSet/>
      <dgm:spPr/>
      <dgm:t>
        <a:bodyPr/>
        <a:lstStyle/>
        <a:p>
          <a:endParaRPr lang="en-US"/>
        </a:p>
      </dgm:t>
    </dgm:pt>
    <dgm:pt modelId="{8FAC705C-62AD-40D9-848D-AECA7B93E0C5}" type="sibTrans" cxnId="{C20F0FCF-9AF7-4BD7-B09E-2B878ECF0E1B}">
      <dgm:prSet/>
      <dgm:spPr/>
      <dgm:t>
        <a:bodyPr/>
        <a:lstStyle/>
        <a:p>
          <a:endParaRPr lang="en-US"/>
        </a:p>
      </dgm:t>
    </dgm:pt>
    <dgm:pt modelId="{EB472F31-C796-4AF2-A067-26B134CAA218}">
      <dgm:prSet/>
      <dgm:spPr/>
      <dgm:t>
        <a:bodyPr/>
        <a:lstStyle/>
        <a:p>
          <a:r>
            <a:rPr lang="en-GB"/>
            <a:t>Real life example: </a:t>
          </a:r>
          <a:endParaRPr lang="en-US"/>
        </a:p>
      </dgm:t>
    </dgm:pt>
    <dgm:pt modelId="{9A37A870-DE28-422A-8212-58E3CE9E149E}" type="parTrans" cxnId="{A86AB7EB-4A78-45C4-AD01-F7DCE66856A4}">
      <dgm:prSet/>
      <dgm:spPr/>
      <dgm:t>
        <a:bodyPr/>
        <a:lstStyle/>
        <a:p>
          <a:endParaRPr lang="en-US"/>
        </a:p>
      </dgm:t>
    </dgm:pt>
    <dgm:pt modelId="{06C86444-6304-4F90-A21F-A2C2357115C5}" type="sibTrans" cxnId="{A86AB7EB-4A78-45C4-AD01-F7DCE66856A4}">
      <dgm:prSet/>
      <dgm:spPr/>
      <dgm:t>
        <a:bodyPr/>
        <a:lstStyle/>
        <a:p>
          <a:endParaRPr lang="en-US"/>
        </a:p>
      </dgm:t>
    </dgm:pt>
    <dgm:pt modelId="{99936073-2ABE-4B74-95FC-4975DDF33E14}">
      <dgm:prSet/>
      <dgm:spPr/>
      <dgm:t>
        <a:bodyPr/>
        <a:lstStyle/>
        <a:p>
          <a:r>
            <a:rPr lang="en-GB"/>
            <a:t>In 2020, a Twitter employee received a phone call from someone claiming to be from IT support. </a:t>
          </a:r>
          <a:endParaRPr lang="en-US"/>
        </a:p>
      </dgm:t>
    </dgm:pt>
    <dgm:pt modelId="{DE5CFABF-B069-4755-A52E-8673326DFB9F}" type="parTrans" cxnId="{7CCBB89B-4E84-4FB8-B07B-383CD1779BDC}">
      <dgm:prSet/>
      <dgm:spPr/>
      <dgm:t>
        <a:bodyPr/>
        <a:lstStyle/>
        <a:p>
          <a:endParaRPr lang="en-US"/>
        </a:p>
      </dgm:t>
    </dgm:pt>
    <dgm:pt modelId="{4674E95B-D02D-4A88-B971-73E08137A0DC}" type="sibTrans" cxnId="{7CCBB89B-4E84-4FB8-B07B-383CD1779BDC}">
      <dgm:prSet/>
      <dgm:spPr/>
      <dgm:t>
        <a:bodyPr/>
        <a:lstStyle/>
        <a:p>
          <a:endParaRPr lang="en-US"/>
        </a:p>
      </dgm:t>
    </dgm:pt>
    <dgm:pt modelId="{BFDC11CB-9408-4F02-AA34-B71728E32D8F}">
      <dgm:prSet/>
      <dgm:spPr/>
      <dgm:t>
        <a:bodyPr/>
        <a:lstStyle/>
        <a:p>
          <a:r>
            <a:rPr lang="en-GB"/>
            <a:t>The caller convinced them to hand over login credentials. </a:t>
          </a:r>
          <a:endParaRPr lang="en-US"/>
        </a:p>
      </dgm:t>
    </dgm:pt>
    <dgm:pt modelId="{DED9A6A6-4E53-4F8C-ACCA-3EC21F35C469}" type="parTrans" cxnId="{5E28458B-8664-4EAD-95EB-2FFE5C322026}">
      <dgm:prSet/>
      <dgm:spPr/>
      <dgm:t>
        <a:bodyPr/>
        <a:lstStyle/>
        <a:p>
          <a:endParaRPr lang="en-US"/>
        </a:p>
      </dgm:t>
    </dgm:pt>
    <dgm:pt modelId="{BA2A7D74-999E-4F88-A5D2-DC8DD7287220}" type="sibTrans" cxnId="{5E28458B-8664-4EAD-95EB-2FFE5C322026}">
      <dgm:prSet/>
      <dgm:spPr/>
      <dgm:t>
        <a:bodyPr/>
        <a:lstStyle/>
        <a:p>
          <a:endParaRPr lang="en-US"/>
        </a:p>
      </dgm:t>
    </dgm:pt>
    <dgm:pt modelId="{100C3C91-F4FA-4BE1-B837-79CE2FBB97D1}">
      <dgm:prSet/>
      <dgm:spPr/>
      <dgm:t>
        <a:bodyPr/>
        <a:lstStyle/>
        <a:p>
          <a:r>
            <a:rPr lang="en-GB"/>
            <a:t>Result: High-profile accounts including Barrack Obama and Elon Musk were hijacked to run a bitcoin scam  </a:t>
          </a:r>
          <a:endParaRPr lang="en-US"/>
        </a:p>
      </dgm:t>
    </dgm:pt>
    <dgm:pt modelId="{1D100BED-74F4-443B-A2C1-E2A019B89D6B}" type="parTrans" cxnId="{F25D50BC-CC2A-4A1F-896E-428FF2681E2C}">
      <dgm:prSet/>
      <dgm:spPr/>
      <dgm:t>
        <a:bodyPr/>
        <a:lstStyle/>
        <a:p>
          <a:endParaRPr lang="en-US"/>
        </a:p>
      </dgm:t>
    </dgm:pt>
    <dgm:pt modelId="{D8B4FC46-0523-48C6-8E37-A06948CB31D2}" type="sibTrans" cxnId="{F25D50BC-CC2A-4A1F-896E-428FF2681E2C}">
      <dgm:prSet/>
      <dgm:spPr/>
      <dgm:t>
        <a:bodyPr/>
        <a:lstStyle/>
        <a:p>
          <a:endParaRPr lang="en-US"/>
        </a:p>
      </dgm:t>
    </dgm:pt>
    <dgm:pt modelId="{DC21761E-7500-4592-B75F-0C6AFA0FE2C5}" type="pres">
      <dgm:prSet presAssocID="{EA4E93D1-E6D3-4C23-99C0-C6F1399FD4D9}" presName="linear" presStyleCnt="0">
        <dgm:presLayoutVars>
          <dgm:animLvl val="lvl"/>
          <dgm:resizeHandles val="exact"/>
        </dgm:presLayoutVars>
      </dgm:prSet>
      <dgm:spPr/>
    </dgm:pt>
    <dgm:pt modelId="{ED4289E0-905E-48A4-822B-396284B599C9}" type="pres">
      <dgm:prSet presAssocID="{F4C7C1D7-BFF2-469D-B1FB-8817AC6E69D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5345247-1E5F-442B-9FF4-C8EBF2AFF23A}" type="pres">
      <dgm:prSet presAssocID="{620D7D7A-757A-4793-B5AF-E9A1A6BF8EA6}" presName="spacer" presStyleCnt="0"/>
      <dgm:spPr/>
    </dgm:pt>
    <dgm:pt modelId="{58ECF3D3-2707-4C88-9A93-758EEE7D5657}" type="pres">
      <dgm:prSet presAssocID="{8D5A563E-7A00-4C80-BEBE-9910E30A3C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C1224D-6FEB-4CF5-84A2-49C0ABFA8D0B}" type="pres">
      <dgm:prSet presAssocID="{DD978164-EB87-474E-9CF4-52DE902FCEA4}" presName="spacer" presStyleCnt="0"/>
      <dgm:spPr/>
    </dgm:pt>
    <dgm:pt modelId="{E337BD92-3FBB-4480-BCE5-CF810CAEC0AC}" type="pres">
      <dgm:prSet presAssocID="{4CEB1897-7E45-4D13-AE73-E6E998CE42A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04CB6E5-B3F3-49D2-8856-475B55B863D5}" type="pres">
      <dgm:prSet presAssocID="{4CEB1897-7E45-4D13-AE73-E6E998CE42A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20DDA00-0D21-4124-9E33-25FB8FEC8994}" srcId="{EA4E93D1-E6D3-4C23-99C0-C6F1399FD4D9}" destId="{8D5A563E-7A00-4C80-BEBE-9910E30A3C90}" srcOrd="1" destOrd="0" parTransId="{09F1BCFF-27C2-4F17-B6F2-C5B856F3EFFB}" sibTransId="{DD978164-EB87-474E-9CF4-52DE902FCEA4}"/>
    <dgm:cxn modelId="{C0501808-3A65-4A0F-AE1D-B1643C795FF6}" type="presOf" srcId="{4CEB1897-7E45-4D13-AE73-E6E998CE42A2}" destId="{E337BD92-3FBB-4480-BCE5-CF810CAEC0AC}" srcOrd="0" destOrd="0" presId="urn:microsoft.com/office/officeart/2005/8/layout/vList2"/>
    <dgm:cxn modelId="{87ECB440-B8FC-4465-AF72-D5800D8499E0}" type="presOf" srcId="{8D5A563E-7A00-4C80-BEBE-9910E30A3C90}" destId="{58ECF3D3-2707-4C88-9A93-758EEE7D5657}" srcOrd="0" destOrd="0" presId="urn:microsoft.com/office/officeart/2005/8/layout/vList2"/>
    <dgm:cxn modelId="{AF3AA577-4C53-4BC5-9A7A-B8D453C23B26}" type="presOf" srcId="{EB472F31-C796-4AF2-A067-26B134CAA218}" destId="{B04CB6E5-B3F3-49D2-8856-475B55B863D5}" srcOrd="0" destOrd="0" presId="urn:microsoft.com/office/officeart/2005/8/layout/vList2"/>
    <dgm:cxn modelId="{5E28458B-8664-4EAD-95EB-2FFE5C322026}" srcId="{4CEB1897-7E45-4D13-AE73-E6E998CE42A2}" destId="{BFDC11CB-9408-4F02-AA34-B71728E32D8F}" srcOrd="2" destOrd="0" parTransId="{DED9A6A6-4E53-4F8C-ACCA-3EC21F35C469}" sibTransId="{BA2A7D74-999E-4F88-A5D2-DC8DD7287220}"/>
    <dgm:cxn modelId="{DB407B98-1446-40B6-8CD0-D677084AC56B}" type="presOf" srcId="{EA4E93D1-E6D3-4C23-99C0-C6F1399FD4D9}" destId="{DC21761E-7500-4592-B75F-0C6AFA0FE2C5}" srcOrd="0" destOrd="0" presId="urn:microsoft.com/office/officeart/2005/8/layout/vList2"/>
    <dgm:cxn modelId="{7CCBB89B-4E84-4FB8-B07B-383CD1779BDC}" srcId="{4CEB1897-7E45-4D13-AE73-E6E998CE42A2}" destId="{99936073-2ABE-4B74-95FC-4975DDF33E14}" srcOrd="1" destOrd="0" parTransId="{DE5CFABF-B069-4755-A52E-8673326DFB9F}" sibTransId="{4674E95B-D02D-4A88-B971-73E08137A0DC}"/>
    <dgm:cxn modelId="{E13270AC-5CA3-49E5-A273-199772AE8BD1}" type="presOf" srcId="{F4C7C1D7-BFF2-469D-B1FB-8817AC6E69D5}" destId="{ED4289E0-905E-48A4-822B-396284B599C9}" srcOrd="0" destOrd="0" presId="urn:microsoft.com/office/officeart/2005/8/layout/vList2"/>
    <dgm:cxn modelId="{F25D50BC-CC2A-4A1F-896E-428FF2681E2C}" srcId="{4CEB1897-7E45-4D13-AE73-E6E998CE42A2}" destId="{100C3C91-F4FA-4BE1-B837-79CE2FBB97D1}" srcOrd="3" destOrd="0" parTransId="{1D100BED-74F4-443B-A2C1-E2A019B89D6B}" sibTransId="{D8B4FC46-0523-48C6-8E37-A06948CB31D2}"/>
    <dgm:cxn modelId="{61B6D2C2-3C0B-4AE4-A669-8733E8C66E92}" type="presOf" srcId="{BFDC11CB-9408-4F02-AA34-B71728E32D8F}" destId="{B04CB6E5-B3F3-49D2-8856-475B55B863D5}" srcOrd="0" destOrd="2" presId="urn:microsoft.com/office/officeart/2005/8/layout/vList2"/>
    <dgm:cxn modelId="{C20F0FCF-9AF7-4BD7-B09E-2B878ECF0E1B}" srcId="{EA4E93D1-E6D3-4C23-99C0-C6F1399FD4D9}" destId="{4CEB1897-7E45-4D13-AE73-E6E998CE42A2}" srcOrd="2" destOrd="0" parTransId="{0C7CA9B1-CD4F-4C24-AD57-5A1C44399B24}" sibTransId="{8FAC705C-62AD-40D9-848D-AECA7B93E0C5}"/>
    <dgm:cxn modelId="{8FB3C9E2-3ACA-40D4-87B1-88CDF200E1FD}" type="presOf" srcId="{99936073-2ABE-4B74-95FC-4975DDF33E14}" destId="{B04CB6E5-B3F3-49D2-8856-475B55B863D5}" srcOrd="0" destOrd="1" presId="urn:microsoft.com/office/officeart/2005/8/layout/vList2"/>
    <dgm:cxn modelId="{3D06C4EA-BC15-4A4A-90F1-76AC1F89F646}" srcId="{EA4E93D1-E6D3-4C23-99C0-C6F1399FD4D9}" destId="{F4C7C1D7-BFF2-469D-B1FB-8817AC6E69D5}" srcOrd="0" destOrd="0" parTransId="{D467B758-5C4C-4198-831A-072FC6F8CA5F}" sibTransId="{620D7D7A-757A-4793-B5AF-E9A1A6BF8EA6}"/>
    <dgm:cxn modelId="{A86AB7EB-4A78-45C4-AD01-F7DCE66856A4}" srcId="{4CEB1897-7E45-4D13-AE73-E6E998CE42A2}" destId="{EB472F31-C796-4AF2-A067-26B134CAA218}" srcOrd="0" destOrd="0" parTransId="{9A37A870-DE28-422A-8212-58E3CE9E149E}" sibTransId="{06C86444-6304-4F90-A21F-A2C2357115C5}"/>
    <dgm:cxn modelId="{07D3BAF2-B2FB-4DF1-8502-2A3D08A6C038}" type="presOf" srcId="{100C3C91-F4FA-4BE1-B837-79CE2FBB97D1}" destId="{B04CB6E5-B3F3-49D2-8856-475B55B863D5}" srcOrd="0" destOrd="3" presId="urn:microsoft.com/office/officeart/2005/8/layout/vList2"/>
    <dgm:cxn modelId="{0F0A6CFC-7EB2-4598-BD0C-35A78E2764A5}" type="presParOf" srcId="{DC21761E-7500-4592-B75F-0C6AFA0FE2C5}" destId="{ED4289E0-905E-48A4-822B-396284B599C9}" srcOrd="0" destOrd="0" presId="urn:microsoft.com/office/officeart/2005/8/layout/vList2"/>
    <dgm:cxn modelId="{FDBDBAEF-754E-40FC-B0B1-DCA6FC679D43}" type="presParOf" srcId="{DC21761E-7500-4592-B75F-0C6AFA0FE2C5}" destId="{35345247-1E5F-442B-9FF4-C8EBF2AFF23A}" srcOrd="1" destOrd="0" presId="urn:microsoft.com/office/officeart/2005/8/layout/vList2"/>
    <dgm:cxn modelId="{7C40F9B4-18EE-4196-8E23-A249D250A07E}" type="presParOf" srcId="{DC21761E-7500-4592-B75F-0C6AFA0FE2C5}" destId="{58ECF3D3-2707-4C88-9A93-758EEE7D5657}" srcOrd="2" destOrd="0" presId="urn:microsoft.com/office/officeart/2005/8/layout/vList2"/>
    <dgm:cxn modelId="{5AB74E7E-C787-4134-A3C2-AFC0811CF1E9}" type="presParOf" srcId="{DC21761E-7500-4592-B75F-0C6AFA0FE2C5}" destId="{08C1224D-6FEB-4CF5-84A2-49C0ABFA8D0B}" srcOrd="3" destOrd="0" presId="urn:microsoft.com/office/officeart/2005/8/layout/vList2"/>
    <dgm:cxn modelId="{6F31AA68-D1C8-4A81-89FA-35EB5EC27972}" type="presParOf" srcId="{DC21761E-7500-4592-B75F-0C6AFA0FE2C5}" destId="{E337BD92-3FBB-4480-BCE5-CF810CAEC0AC}" srcOrd="4" destOrd="0" presId="urn:microsoft.com/office/officeart/2005/8/layout/vList2"/>
    <dgm:cxn modelId="{E8476135-3F11-4E06-86AD-97CC248FCBB6}" type="presParOf" srcId="{DC21761E-7500-4592-B75F-0C6AFA0FE2C5}" destId="{B04CB6E5-B3F3-49D2-8856-475B55B863D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B4E976-599D-4AB0-ABEC-F418531664B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BB2451-5FE1-4834-ABFF-3C9AC72CCA03}">
      <dgm:prSet/>
      <dgm:spPr/>
      <dgm:t>
        <a:bodyPr/>
        <a:lstStyle/>
        <a:p>
          <a:pPr>
            <a:defRPr b="1"/>
          </a:pPr>
          <a:r>
            <a:rPr lang="en-GB"/>
            <a:t>Phishing </a:t>
          </a:r>
          <a:endParaRPr lang="en-US"/>
        </a:p>
      </dgm:t>
    </dgm:pt>
    <dgm:pt modelId="{1F96C926-CCFA-42DB-AC89-53578A437787}" type="parTrans" cxnId="{22B6F83D-ED15-44FB-99E9-1AB37B949788}">
      <dgm:prSet/>
      <dgm:spPr/>
      <dgm:t>
        <a:bodyPr/>
        <a:lstStyle/>
        <a:p>
          <a:endParaRPr lang="en-US"/>
        </a:p>
      </dgm:t>
    </dgm:pt>
    <dgm:pt modelId="{167822C7-B43D-4535-B5AE-17EBEA47ADBE}" type="sibTrans" cxnId="{22B6F83D-ED15-44FB-99E9-1AB37B949788}">
      <dgm:prSet/>
      <dgm:spPr/>
      <dgm:t>
        <a:bodyPr/>
        <a:lstStyle/>
        <a:p>
          <a:endParaRPr lang="en-US"/>
        </a:p>
      </dgm:t>
    </dgm:pt>
    <dgm:pt modelId="{772B1D85-9840-4BCF-8A7D-18DEC8A11CE6}">
      <dgm:prSet/>
      <dgm:spPr/>
      <dgm:t>
        <a:bodyPr/>
        <a:lstStyle/>
        <a:p>
          <a:r>
            <a:rPr lang="en-GB"/>
            <a:t>Fraudulent emails that trick you into clicking links, revealing passwords, or downloading malware. </a:t>
          </a:r>
          <a:endParaRPr lang="en-US"/>
        </a:p>
      </dgm:t>
    </dgm:pt>
    <dgm:pt modelId="{C6C20AE9-3DAF-4AE6-823E-C428ECF9ACE8}" type="parTrans" cxnId="{8D7839F6-AF9E-492E-8551-543BAB2CDF9C}">
      <dgm:prSet/>
      <dgm:spPr/>
      <dgm:t>
        <a:bodyPr/>
        <a:lstStyle/>
        <a:p>
          <a:endParaRPr lang="en-US"/>
        </a:p>
      </dgm:t>
    </dgm:pt>
    <dgm:pt modelId="{A94BC976-5719-4FD3-8E37-60CE87313D73}" type="sibTrans" cxnId="{8D7839F6-AF9E-492E-8551-543BAB2CDF9C}">
      <dgm:prSet/>
      <dgm:spPr/>
      <dgm:t>
        <a:bodyPr/>
        <a:lstStyle/>
        <a:p>
          <a:endParaRPr lang="en-US"/>
        </a:p>
      </dgm:t>
    </dgm:pt>
    <dgm:pt modelId="{205884E9-7693-4080-B5FB-FAD1BC50A5CE}">
      <dgm:prSet/>
      <dgm:spPr/>
      <dgm:t>
        <a:bodyPr/>
        <a:lstStyle/>
        <a:p>
          <a:pPr>
            <a:defRPr b="1"/>
          </a:pPr>
          <a:r>
            <a:rPr lang="en-GB"/>
            <a:t>Vishing</a:t>
          </a:r>
          <a:endParaRPr lang="en-US"/>
        </a:p>
      </dgm:t>
    </dgm:pt>
    <dgm:pt modelId="{6E786D86-D97E-4EB6-8034-F364CE4B7993}" type="parTrans" cxnId="{6C2AF606-3B51-470F-8612-5A295604372B}">
      <dgm:prSet/>
      <dgm:spPr/>
      <dgm:t>
        <a:bodyPr/>
        <a:lstStyle/>
        <a:p>
          <a:endParaRPr lang="en-US"/>
        </a:p>
      </dgm:t>
    </dgm:pt>
    <dgm:pt modelId="{8D696093-D540-474D-B1CB-EACD1726677B}" type="sibTrans" cxnId="{6C2AF606-3B51-470F-8612-5A295604372B}">
      <dgm:prSet/>
      <dgm:spPr/>
      <dgm:t>
        <a:bodyPr/>
        <a:lstStyle/>
        <a:p>
          <a:endParaRPr lang="en-US"/>
        </a:p>
      </dgm:t>
    </dgm:pt>
    <dgm:pt modelId="{C2C17167-18DF-4130-AAB4-80FC7C3772D3}">
      <dgm:prSet/>
      <dgm:spPr/>
      <dgm:t>
        <a:bodyPr/>
        <a:lstStyle/>
        <a:p>
          <a:r>
            <a:rPr lang="en-GB"/>
            <a:t>Fake phone calls pretending to be banks, Revenue or IT support to extract personal information.</a:t>
          </a:r>
          <a:endParaRPr lang="en-US"/>
        </a:p>
      </dgm:t>
    </dgm:pt>
    <dgm:pt modelId="{06D61984-0D1E-430F-8906-80988898BC2D}" type="parTrans" cxnId="{B9F29DA5-7CBD-45EA-B0C1-577D92BEAEE1}">
      <dgm:prSet/>
      <dgm:spPr/>
      <dgm:t>
        <a:bodyPr/>
        <a:lstStyle/>
        <a:p>
          <a:endParaRPr lang="en-US"/>
        </a:p>
      </dgm:t>
    </dgm:pt>
    <dgm:pt modelId="{F6A528A7-04DB-4D01-9CF6-2402D4F29212}" type="sibTrans" cxnId="{B9F29DA5-7CBD-45EA-B0C1-577D92BEAEE1}">
      <dgm:prSet/>
      <dgm:spPr/>
      <dgm:t>
        <a:bodyPr/>
        <a:lstStyle/>
        <a:p>
          <a:endParaRPr lang="en-US"/>
        </a:p>
      </dgm:t>
    </dgm:pt>
    <dgm:pt modelId="{65CCDB2D-0E59-4FE7-9F0E-3B4A8B0D8E9A}">
      <dgm:prSet/>
      <dgm:spPr/>
      <dgm:t>
        <a:bodyPr/>
        <a:lstStyle/>
        <a:p>
          <a:pPr>
            <a:defRPr b="1"/>
          </a:pPr>
          <a:r>
            <a:rPr lang="en-GB"/>
            <a:t>Pretexting</a:t>
          </a:r>
          <a:endParaRPr lang="en-US"/>
        </a:p>
      </dgm:t>
    </dgm:pt>
    <dgm:pt modelId="{A93933AA-04B2-4F83-8C4D-9087A707FAC5}" type="parTrans" cxnId="{A605DB97-08FE-49A8-9975-BFE26C386B99}">
      <dgm:prSet/>
      <dgm:spPr/>
      <dgm:t>
        <a:bodyPr/>
        <a:lstStyle/>
        <a:p>
          <a:endParaRPr lang="en-US"/>
        </a:p>
      </dgm:t>
    </dgm:pt>
    <dgm:pt modelId="{20158603-3D40-4850-AC8D-AE97382C8713}" type="sibTrans" cxnId="{A605DB97-08FE-49A8-9975-BFE26C386B99}">
      <dgm:prSet/>
      <dgm:spPr/>
      <dgm:t>
        <a:bodyPr/>
        <a:lstStyle/>
        <a:p>
          <a:endParaRPr lang="en-US"/>
        </a:p>
      </dgm:t>
    </dgm:pt>
    <dgm:pt modelId="{1DCF4F46-4757-4B8F-A6B7-68793AD09991}">
      <dgm:prSet/>
      <dgm:spPr/>
      <dgm:t>
        <a:bodyPr/>
        <a:lstStyle/>
        <a:p>
          <a:r>
            <a:rPr lang="en-GB"/>
            <a:t>Attacker invents a believable story (e.g. “I’m your new manager”) to get you to act</a:t>
          </a:r>
          <a:endParaRPr lang="en-US"/>
        </a:p>
      </dgm:t>
    </dgm:pt>
    <dgm:pt modelId="{4ED8A827-34E1-45EF-A127-B0E85653E375}" type="parTrans" cxnId="{D2548344-C33B-44EC-8D75-4536B53249EA}">
      <dgm:prSet/>
      <dgm:spPr/>
      <dgm:t>
        <a:bodyPr/>
        <a:lstStyle/>
        <a:p>
          <a:endParaRPr lang="en-US"/>
        </a:p>
      </dgm:t>
    </dgm:pt>
    <dgm:pt modelId="{69D4B3F7-159F-4FB7-817B-37427A253FFB}" type="sibTrans" cxnId="{D2548344-C33B-44EC-8D75-4536B53249EA}">
      <dgm:prSet/>
      <dgm:spPr/>
      <dgm:t>
        <a:bodyPr/>
        <a:lstStyle/>
        <a:p>
          <a:endParaRPr lang="en-US"/>
        </a:p>
      </dgm:t>
    </dgm:pt>
    <dgm:pt modelId="{16F8B912-B0AA-48BE-903C-900BA89CC4E4}">
      <dgm:prSet/>
      <dgm:spPr/>
      <dgm:t>
        <a:bodyPr/>
        <a:lstStyle/>
        <a:p>
          <a:pPr>
            <a:defRPr b="1"/>
          </a:pPr>
          <a:r>
            <a:rPr lang="en-GB"/>
            <a:t>Tailgating (Physical access)</a:t>
          </a:r>
          <a:endParaRPr lang="en-US"/>
        </a:p>
      </dgm:t>
    </dgm:pt>
    <dgm:pt modelId="{7DC9FDA1-0E56-41CC-9729-EBC26836801A}" type="parTrans" cxnId="{EE06DE9F-2E56-4EA8-B4D3-CEECAD4AA45E}">
      <dgm:prSet/>
      <dgm:spPr/>
      <dgm:t>
        <a:bodyPr/>
        <a:lstStyle/>
        <a:p>
          <a:endParaRPr lang="en-US"/>
        </a:p>
      </dgm:t>
    </dgm:pt>
    <dgm:pt modelId="{594DC71E-5ABF-4053-B360-834D63128506}" type="sibTrans" cxnId="{EE06DE9F-2E56-4EA8-B4D3-CEECAD4AA45E}">
      <dgm:prSet/>
      <dgm:spPr/>
      <dgm:t>
        <a:bodyPr/>
        <a:lstStyle/>
        <a:p>
          <a:endParaRPr lang="en-US"/>
        </a:p>
      </dgm:t>
    </dgm:pt>
    <dgm:pt modelId="{EAE28E47-966D-490F-9A85-BF6495CA405C}">
      <dgm:prSet/>
      <dgm:spPr/>
      <dgm:t>
        <a:bodyPr/>
        <a:lstStyle/>
        <a:p>
          <a:r>
            <a:rPr lang="en-GB"/>
            <a:t>Following an authorised person through a secure door without proper credentials.</a:t>
          </a:r>
          <a:endParaRPr lang="en-US"/>
        </a:p>
      </dgm:t>
    </dgm:pt>
    <dgm:pt modelId="{FE9A2813-56EA-4620-8C46-A63EAF94FED6}" type="parTrans" cxnId="{0915E55F-9008-4298-88C6-A0C82AD23874}">
      <dgm:prSet/>
      <dgm:spPr/>
      <dgm:t>
        <a:bodyPr/>
        <a:lstStyle/>
        <a:p>
          <a:endParaRPr lang="en-US"/>
        </a:p>
      </dgm:t>
    </dgm:pt>
    <dgm:pt modelId="{0CF3E400-A7A7-4AE7-A5F3-A1134070ED19}" type="sibTrans" cxnId="{0915E55F-9008-4298-88C6-A0C82AD23874}">
      <dgm:prSet/>
      <dgm:spPr/>
      <dgm:t>
        <a:bodyPr/>
        <a:lstStyle/>
        <a:p>
          <a:endParaRPr lang="en-US"/>
        </a:p>
      </dgm:t>
    </dgm:pt>
    <dgm:pt modelId="{CC3A034C-B981-423E-9B16-1A3D30A891A8}" type="pres">
      <dgm:prSet presAssocID="{6CB4E976-599D-4AB0-ABEC-F418531664B8}" presName="root" presStyleCnt="0">
        <dgm:presLayoutVars>
          <dgm:dir/>
          <dgm:resizeHandles val="exact"/>
        </dgm:presLayoutVars>
      </dgm:prSet>
      <dgm:spPr/>
    </dgm:pt>
    <dgm:pt modelId="{B5CA3740-21EA-413C-94CD-282A187A892F}" type="pres">
      <dgm:prSet presAssocID="{4CBB2451-5FE1-4834-ABFF-3C9AC72CCA03}" presName="compNode" presStyleCnt="0"/>
      <dgm:spPr/>
    </dgm:pt>
    <dgm:pt modelId="{5849FE15-C4C1-4C6E-A35A-6BBDEE793233}" type="pres">
      <dgm:prSet presAssocID="{4CBB2451-5FE1-4834-ABFF-3C9AC72CCA0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9DB0F01-3393-4B01-A4B0-E026982D2A87}" type="pres">
      <dgm:prSet presAssocID="{4CBB2451-5FE1-4834-ABFF-3C9AC72CCA03}" presName="iconSpace" presStyleCnt="0"/>
      <dgm:spPr/>
    </dgm:pt>
    <dgm:pt modelId="{4DA3AC5A-C136-40E1-A42D-25065634468C}" type="pres">
      <dgm:prSet presAssocID="{4CBB2451-5FE1-4834-ABFF-3C9AC72CCA03}" presName="parTx" presStyleLbl="revTx" presStyleIdx="0" presStyleCnt="8">
        <dgm:presLayoutVars>
          <dgm:chMax val="0"/>
          <dgm:chPref val="0"/>
        </dgm:presLayoutVars>
      </dgm:prSet>
      <dgm:spPr/>
    </dgm:pt>
    <dgm:pt modelId="{9B8AC546-6B03-4837-A2EE-A1E0BC509B81}" type="pres">
      <dgm:prSet presAssocID="{4CBB2451-5FE1-4834-ABFF-3C9AC72CCA03}" presName="txSpace" presStyleCnt="0"/>
      <dgm:spPr/>
    </dgm:pt>
    <dgm:pt modelId="{923F11BA-DC52-44B2-A26F-70A5BA1FABD0}" type="pres">
      <dgm:prSet presAssocID="{4CBB2451-5FE1-4834-ABFF-3C9AC72CCA03}" presName="desTx" presStyleLbl="revTx" presStyleIdx="1" presStyleCnt="8">
        <dgm:presLayoutVars/>
      </dgm:prSet>
      <dgm:spPr/>
    </dgm:pt>
    <dgm:pt modelId="{F097B827-B8D2-4EE9-A576-2AD58AF33721}" type="pres">
      <dgm:prSet presAssocID="{167822C7-B43D-4535-B5AE-17EBEA47ADBE}" presName="sibTrans" presStyleCnt="0"/>
      <dgm:spPr/>
    </dgm:pt>
    <dgm:pt modelId="{3BCA95B7-A4C3-4AA7-9587-857A241676CB}" type="pres">
      <dgm:prSet presAssocID="{205884E9-7693-4080-B5FB-FAD1BC50A5CE}" presName="compNode" presStyleCnt="0"/>
      <dgm:spPr/>
    </dgm:pt>
    <dgm:pt modelId="{26F6970A-63B3-413B-87F7-AA9FA1179525}" type="pres">
      <dgm:prSet presAssocID="{205884E9-7693-4080-B5FB-FAD1BC50A5C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C93B9D3-64FC-4DFB-B6EE-1F513C3C4C32}" type="pres">
      <dgm:prSet presAssocID="{205884E9-7693-4080-B5FB-FAD1BC50A5CE}" presName="iconSpace" presStyleCnt="0"/>
      <dgm:spPr/>
    </dgm:pt>
    <dgm:pt modelId="{BE78FB3A-EAC6-4433-A46A-AB76C144EC44}" type="pres">
      <dgm:prSet presAssocID="{205884E9-7693-4080-B5FB-FAD1BC50A5CE}" presName="parTx" presStyleLbl="revTx" presStyleIdx="2" presStyleCnt="8">
        <dgm:presLayoutVars>
          <dgm:chMax val="0"/>
          <dgm:chPref val="0"/>
        </dgm:presLayoutVars>
      </dgm:prSet>
      <dgm:spPr/>
    </dgm:pt>
    <dgm:pt modelId="{20B2E420-3B2E-411C-A879-BC136C6426F0}" type="pres">
      <dgm:prSet presAssocID="{205884E9-7693-4080-B5FB-FAD1BC50A5CE}" presName="txSpace" presStyleCnt="0"/>
      <dgm:spPr/>
    </dgm:pt>
    <dgm:pt modelId="{4D76DFB7-321A-4294-94B3-DC8DE7C6D9D9}" type="pres">
      <dgm:prSet presAssocID="{205884E9-7693-4080-B5FB-FAD1BC50A5CE}" presName="desTx" presStyleLbl="revTx" presStyleIdx="3" presStyleCnt="8">
        <dgm:presLayoutVars/>
      </dgm:prSet>
      <dgm:spPr/>
    </dgm:pt>
    <dgm:pt modelId="{F6A89DFA-67A6-4EB4-83BA-E23C7BA9CA50}" type="pres">
      <dgm:prSet presAssocID="{8D696093-D540-474D-B1CB-EACD1726677B}" presName="sibTrans" presStyleCnt="0"/>
      <dgm:spPr/>
    </dgm:pt>
    <dgm:pt modelId="{700B1F54-1BBD-477D-A223-929D04EAD9BC}" type="pres">
      <dgm:prSet presAssocID="{65CCDB2D-0E59-4FE7-9F0E-3B4A8B0D8E9A}" presName="compNode" presStyleCnt="0"/>
      <dgm:spPr/>
    </dgm:pt>
    <dgm:pt modelId="{895295F4-962F-4233-B780-405EC6856C06}" type="pres">
      <dgm:prSet presAssocID="{65CCDB2D-0E59-4FE7-9F0E-3B4A8B0D8E9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ale"/>
        </a:ext>
      </dgm:extLst>
    </dgm:pt>
    <dgm:pt modelId="{27E7A806-5BD5-4B18-8B6E-2E4F059C47CF}" type="pres">
      <dgm:prSet presAssocID="{65CCDB2D-0E59-4FE7-9F0E-3B4A8B0D8E9A}" presName="iconSpace" presStyleCnt="0"/>
      <dgm:spPr/>
    </dgm:pt>
    <dgm:pt modelId="{05A920FF-E35D-466F-BEEA-64EB716635C2}" type="pres">
      <dgm:prSet presAssocID="{65CCDB2D-0E59-4FE7-9F0E-3B4A8B0D8E9A}" presName="parTx" presStyleLbl="revTx" presStyleIdx="4" presStyleCnt="8">
        <dgm:presLayoutVars>
          <dgm:chMax val="0"/>
          <dgm:chPref val="0"/>
        </dgm:presLayoutVars>
      </dgm:prSet>
      <dgm:spPr/>
    </dgm:pt>
    <dgm:pt modelId="{D3F14808-295B-4EE0-ADE2-FB0359BA4867}" type="pres">
      <dgm:prSet presAssocID="{65CCDB2D-0E59-4FE7-9F0E-3B4A8B0D8E9A}" presName="txSpace" presStyleCnt="0"/>
      <dgm:spPr/>
    </dgm:pt>
    <dgm:pt modelId="{9D7E358F-BE52-443E-AABE-1A411943A448}" type="pres">
      <dgm:prSet presAssocID="{65CCDB2D-0E59-4FE7-9F0E-3B4A8B0D8E9A}" presName="desTx" presStyleLbl="revTx" presStyleIdx="5" presStyleCnt="8">
        <dgm:presLayoutVars/>
      </dgm:prSet>
      <dgm:spPr/>
    </dgm:pt>
    <dgm:pt modelId="{D60424EA-F06F-44B9-A75B-0D79C2BDB192}" type="pres">
      <dgm:prSet presAssocID="{20158603-3D40-4850-AC8D-AE97382C8713}" presName="sibTrans" presStyleCnt="0"/>
      <dgm:spPr/>
    </dgm:pt>
    <dgm:pt modelId="{66CFC36F-62F3-4F61-9FE4-AEA8D91156EF}" type="pres">
      <dgm:prSet presAssocID="{16F8B912-B0AA-48BE-903C-900BA89CC4E4}" presName="compNode" presStyleCnt="0"/>
      <dgm:spPr/>
    </dgm:pt>
    <dgm:pt modelId="{26B1D1A3-9EB0-479C-B861-550AAD926958}" type="pres">
      <dgm:prSet presAssocID="{16F8B912-B0AA-48BE-903C-900BA89CC4E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8D0DFE3-6305-4E67-AA71-86C761A6F42B}" type="pres">
      <dgm:prSet presAssocID="{16F8B912-B0AA-48BE-903C-900BA89CC4E4}" presName="iconSpace" presStyleCnt="0"/>
      <dgm:spPr/>
    </dgm:pt>
    <dgm:pt modelId="{7293171A-BCA5-4E07-902A-4DF6B1024E86}" type="pres">
      <dgm:prSet presAssocID="{16F8B912-B0AA-48BE-903C-900BA89CC4E4}" presName="parTx" presStyleLbl="revTx" presStyleIdx="6" presStyleCnt="8">
        <dgm:presLayoutVars>
          <dgm:chMax val="0"/>
          <dgm:chPref val="0"/>
        </dgm:presLayoutVars>
      </dgm:prSet>
      <dgm:spPr/>
    </dgm:pt>
    <dgm:pt modelId="{5C53BDF6-1AD4-444D-A14E-2E259DE80B77}" type="pres">
      <dgm:prSet presAssocID="{16F8B912-B0AA-48BE-903C-900BA89CC4E4}" presName="txSpace" presStyleCnt="0"/>
      <dgm:spPr/>
    </dgm:pt>
    <dgm:pt modelId="{C0E3EF95-5AD3-4F5B-8757-170AA89F1657}" type="pres">
      <dgm:prSet presAssocID="{16F8B912-B0AA-48BE-903C-900BA89CC4E4}" presName="desTx" presStyleLbl="revTx" presStyleIdx="7" presStyleCnt="8">
        <dgm:presLayoutVars/>
      </dgm:prSet>
      <dgm:spPr/>
    </dgm:pt>
  </dgm:ptLst>
  <dgm:cxnLst>
    <dgm:cxn modelId="{6C2AF606-3B51-470F-8612-5A295604372B}" srcId="{6CB4E976-599D-4AB0-ABEC-F418531664B8}" destId="{205884E9-7693-4080-B5FB-FAD1BC50A5CE}" srcOrd="1" destOrd="0" parTransId="{6E786D86-D97E-4EB6-8034-F364CE4B7993}" sibTransId="{8D696093-D540-474D-B1CB-EACD1726677B}"/>
    <dgm:cxn modelId="{44A2360E-B286-43D6-A90F-233D1771CBE8}" type="presOf" srcId="{772B1D85-9840-4BCF-8A7D-18DEC8A11CE6}" destId="{923F11BA-DC52-44B2-A26F-70A5BA1FABD0}" srcOrd="0" destOrd="0" presId="urn:microsoft.com/office/officeart/2018/5/layout/CenteredIconLabelDescriptionList"/>
    <dgm:cxn modelId="{6E1F5A20-3F1D-4281-B10F-DF9EA6D46C9C}" type="presOf" srcId="{205884E9-7693-4080-B5FB-FAD1BC50A5CE}" destId="{BE78FB3A-EAC6-4433-A46A-AB76C144EC44}" srcOrd="0" destOrd="0" presId="urn:microsoft.com/office/officeart/2018/5/layout/CenteredIconLabelDescriptionList"/>
    <dgm:cxn modelId="{22B6F83D-ED15-44FB-99E9-1AB37B949788}" srcId="{6CB4E976-599D-4AB0-ABEC-F418531664B8}" destId="{4CBB2451-5FE1-4834-ABFF-3C9AC72CCA03}" srcOrd="0" destOrd="0" parTransId="{1F96C926-CCFA-42DB-AC89-53578A437787}" sibTransId="{167822C7-B43D-4535-B5AE-17EBEA47ADBE}"/>
    <dgm:cxn modelId="{0915E55F-9008-4298-88C6-A0C82AD23874}" srcId="{16F8B912-B0AA-48BE-903C-900BA89CC4E4}" destId="{EAE28E47-966D-490F-9A85-BF6495CA405C}" srcOrd="0" destOrd="0" parTransId="{FE9A2813-56EA-4620-8C46-A63EAF94FED6}" sibTransId="{0CF3E400-A7A7-4AE7-A5F3-A1134070ED19}"/>
    <dgm:cxn modelId="{D2548344-C33B-44EC-8D75-4536B53249EA}" srcId="{65CCDB2D-0E59-4FE7-9F0E-3B4A8B0D8E9A}" destId="{1DCF4F46-4757-4B8F-A6B7-68793AD09991}" srcOrd="0" destOrd="0" parTransId="{4ED8A827-34E1-45EF-A127-B0E85653E375}" sibTransId="{69D4B3F7-159F-4FB7-817B-37427A253FFB}"/>
    <dgm:cxn modelId="{77C64848-7BB2-46B5-B44D-73C486EA8C20}" type="presOf" srcId="{EAE28E47-966D-490F-9A85-BF6495CA405C}" destId="{C0E3EF95-5AD3-4F5B-8757-170AA89F1657}" srcOrd="0" destOrd="0" presId="urn:microsoft.com/office/officeart/2018/5/layout/CenteredIconLabelDescriptionList"/>
    <dgm:cxn modelId="{26798A6E-688B-43FD-A26E-FF77BC8DDD9F}" type="presOf" srcId="{1DCF4F46-4757-4B8F-A6B7-68793AD09991}" destId="{9D7E358F-BE52-443E-AABE-1A411943A448}" srcOrd="0" destOrd="0" presId="urn:microsoft.com/office/officeart/2018/5/layout/CenteredIconLabelDescriptionList"/>
    <dgm:cxn modelId="{02922797-D89D-4CE8-8054-35D42EC69BBF}" type="presOf" srcId="{C2C17167-18DF-4130-AAB4-80FC7C3772D3}" destId="{4D76DFB7-321A-4294-94B3-DC8DE7C6D9D9}" srcOrd="0" destOrd="0" presId="urn:microsoft.com/office/officeart/2018/5/layout/CenteredIconLabelDescriptionList"/>
    <dgm:cxn modelId="{A605DB97-08FE-49A8-9975-BFE26C386B99}" srcId="{6CB4E976-599D-4AB0-ABEC-F418531664B8}" destId="{65CCDB2D-0E59-4FE7-9F0E-3B4A8B0D8E9A}" srcOrd="2" destOrd="0" parTransId="{A93933AA-04B2-4F83-8C4D-9087A707FAC5}" sibTransId="{20158603-3D40-4850-AC8D-AE97382C8713}"/>
    <dgm:cxn modelId="{EE06DE9F-2E56-4EA8-B4D3-CEECAD4AA45E}" srcId="{6CB4E976-599D-4AB0-ABEC-F418531664B8}" destId="{16F8B912-B0AA-48BE-903C-900BA89CC4E4}" srcOrd="3" destOrd="0" parTransId="{7DC9FDA1-0E56-41CC-9729-EBC26836801A}" sibTransId="{594DC71E-5ABF-4053-B360-834D63128506}"/>
    <dgm:cxn modelId="{B9F29DA5-7CBD-45EA-B0C1-577D92BEAEE1}" srcId="{205884E9-7693-4080-B5FB-FAD1BC50A5CE}" destId="{C2C17167-18DF-4130-AAB4-80FC7C3772D3}" srcOrd="0" destOrd="0" parTransId="{06D61984-0D1E-430F-8906-80988898BC2D}" sibTransId="{F6A528A7-04DB-4D01-9CF6-2402D4F29212}"/>
    <dgm:cxn modelId="{B334E1A5-0064-49E4-86A6-C9C23328BAF3}" type="presOf" srcId="{16F8B912-B0AA-48BE-903C-900BA89CC4E4}" destId="{7293171A-BCA5-4E07-902A-4DF6B1024E86}" srcOrd="0" destOrd="0" presId="urn:microsoft.com/office/officeart/2018/5/layout/CenteredIconLabelDescriptionList"/>
    <dgm:cxn modelId="{04A99EB7-4149-49C9-A311-DAF8B6919E92}" type="presOf" srcId="{4CBB2451-5FE1-4834-ABFF-3C9AC72CCA03}" destId="{4DA3AC5A-C136-40E1-A42D-25065634468C}" srcOrd="0" destOrd="0" presId="urn:microsoft.com/office/officeart/2018/5/layout/CenteredIconLabelDescriptionList"/>
    <dgm:cxn modelId="{8D7839F6-AF9E-492E-8551-543BAB2CDF9C}" srcId="{4CBB2451-5FE1-4834-ABFF-3C9AC72CCA03}" destId="{772B1D85-9840-4BCF-8A7D-18DEC8A11CE6}" srcOrd="0" destOrd="0" parTransId="{C6C20AE9-3DAF-4AE6-823E-C428ECF9ACE8}" sibTransId="{A94BC976-5719-4FD3-8E37-60CE87313D73}"/>
    <dgm:cxn modelId="{A36384F9-2732-4D93-BB83-2C561741E789}" type="presOf" srcId="{6CB4E976-599D-4AB0-ABEC-F418531664B8}" destId="{CC3A034C-B981-423E-9B16-1A3D30A891A8}" srcOrd="0" destOrd="0" presId="urn:microsoft.com/office/officeart/2018/5/layout/CenteredIconLabelDescriptionList"/>
    <dgm:cxn modelId="{AF7509FB-AE1B-4045-8D6F-7EE4A5DF35F0}" type="presOf" srcId="{65CCDB2D-0E59-4FE7-9F0E-3B4A8B0D8E9A}" destId="{05A920FF-E35D-466F-BEEA-64EB716635C2}" srcOrd="0" destOrd="0" presId="urn:microsoft.com/office/officeart/2018/5/layout/CenteredIconLabelDescriptionList"/>
    <dgm:cxn modelId="{CE2F9446-0314-46FC-B777-8E2445E1413C}" type="presParOf" srcId="{CC3A034C-B981-423E-9B16-1A3D30A891A8}" destId="{B5CA3740-21EA-413C-94CD-282A187A892F}" srcOrd="0" destOrd="0" presId="urn:microsoft.com/office/officeart/2018/5/layout/CenteredIconLabelDescriptionList"/>
    <dgm:cxn modelId="{0DA3E6B5-F1E8-4842-9087-9B678164EEFA}" type="presParOf" srcId="{B5CA3740-21EA-413C-94CD-282A187A892F}" destId="{5849FE15-C4C1-4C6E-A35A-6BBDEE793233}" srcOrd="0" destOrd="0" presId="urn:microsoft.com/office/officeart/2018/5/layout/CenteredIconLabelDescriptionList"/>
    <dgm:cxn modelId="{68FC341B-3B21-4651-9CE2-95669E12089F}" type="presParOf" srcId="{B5CA3740-21EA-413C-94CD-282A187A892F}" destId="{E9DB0F01-3393-4B01-A4B0-E026982D2A87}" srcOrd="1" destOrd="0" presId="urn:microsoft.com/office/officeart/2018/5/layout/CenteredIconLabelDescriptionList"/>
    <dgm:cxn modelId="{32770E3E-6659-414A-97DE-C75859A5FB6F}" type="presParOf" srcId="{B5CA3740-21EA-413C-94CD-282A187A892F}" destId="{4DA3AC5A-C136-40E1-A42D-25065634468C}" srcOrd="2" destOrd="0" presId="urn:microsoft.com/office/officeart/2018/5/layout/CenteredIconLabelDescriptionList"/>
    <dgm:cxn modelId="{EE357E37-3D2E-4CE8-ACF7-03D7C8CE564E}" type="presParOf" srcId="{B5CA3740-21EA-413C-94CD-282A187A892F}" destId="{9B8AC546-6B03-4837-A2EE-A1E0BC509B81}" srcOrd="3" destOrd="0" presId="urn:microsoft.com/office/officeart/2018/5/layout/CenteredIconLabelDescriptionList"/>
    <dgm:cxn modelId="{7BCC9CA8-427D-4DBB-AF44-1BCC0A34B009}" type="presParOf" srcId="{B5CA3740-21EA-413C-94CD-282A187A892F}" destId="{923F11BA-DC52-44B2-A26F-70A5BA1FABD0}" srcOrd="4" destOrd="0" presId="urn:microsoft.com/office/officeart/2018/5/layout/CenteredIconLabelDescriptionList"/>
    <dgm:cxn modelId="{64DCE354-08AA-4B25-8460-B1186BC7DAC6}" type="presParOf" srcId="{CC3A034C-B981-423E-9B16-1A3D30A891A8}" destId="{F097B827-B8D2-4EE9-A576-2AD58AF33721}" srcOrd="1" destOrd="0" presId="urn:microsoft.com/office/officeart/2018/5/layout/CenteredIconLabelDescriptionList"/>
    <dgm:cxn modelId="{45E31315-EC4F-4D07-8CD6-20F0D6BBB0BD}" type="presParOf" srcId="{CC3A034C-B981-423E-9B16-1A3D30A891A8}" destId="{3BCA95B7-A4C3-4AA7-9587-857A241676CB}" srcOrd="2" destOrd="0" presId="urn:microsoft.com/office/officeart/2018/5/layout/CenteredIconLabelDescriptionList"/>
    <dgm:cxn modelId="{DBBB2DF1-80D7-4D3B-9F9D-5FB644B04C0D}" type="presParOf" srcId="{3BCA95B7-A4C3-4AA7-9587-857A241676CB}" destId="{26F6970A-63B3-413B-87F7-AA9FA1179525}" srcOrd="0" destOrd="0" presId="urn:microsoft.com/office/officeart/2018/5/layout/CenteredIconLabelDescriptionList"/>
    <dgm:cxn modelId="{3B4E95A2-9D0F-43AA-B107-E40970198CA2}" type="presParOf" srcId="{3BCA95B7-A4C3-4AA7-9587-857A241676CB}" destId="{DC93B9D3-64FC-4DFB-B6EE-1F513C3C4C32}" srcOrd="1" destOrd="0" presId="urn:microsoft.com/office/officeart/2018/5/layout/CenteredIconLabelDescriptionList"/>
    <dgm:cxn modelId="{2D3A4DE9-CF9C-46D9-BD92-E409195AD6A9}" type="presParOf" srcId="{3BCA95B7-A4C3-4AA7-9587-857A241676CB}" destId="{BE78FB3A-EAC6-4433-A46A-AB76C144EC44}" srcOrd="2" destOrd="0" presId="urn:microsoft.com/office/officeart/2018/5/layout/CenteredIconLabelDescriptionList"/>
    <dgm:cxn modelId="{35A7A842-29F8-46E8-957F-0CE8AA5644E6}" type="presParOf" srcId="{3BCA95B7-A4C3-4AA7-9587-857A241676CB}" destId="{20B2E420-3B2E-411C-A879-BC136C6426F0}" srcOrd="3" destOrd="0" presId="urn:microsoft.com/office/officeart/2018/5/layout/CenteredIconLabelDescriptionList"/>
    <dgm:cxn modelId="{DB9FE251-254A-43EA-A6D4-08A6B1756BB8}" type="presParOf" srcId="{3BCA95B7-A4C3-4AA7-9587-857A241676CB}" destId="{4D76DFB7-321A-4294-94B3-DC8DE7C6D9D9}" srcOrd="4" destOrd="0" presId="urn:microsoft.com/office/officeart/2018/5/layout/CenteredIconLabelDescriptionList"/>
    <dgm:cxn modelId="{CF40E279-E82C-4BBC-ACF3-B5FD0DE4CF43}" type="presParOf" srcId="{CC3A034C-B981-423E-9B16-1A3D30A891A8}" destId="{F6A89DFA-67A6-4EB4-83BA-E23C7BA9CA50}" srcOrd="3" destOrd="0" presId="urn:microsoft.com/office/officeart/2018/5/layout/CenteredIconLabelDescriptionList"/>
    <dgm:cxn modelId="{B1AA19DC-0D71-4E3E-9507-1050E51FE1B0}" type="presParOf" srcId="{CC3A034C-B981-423E-9B16-1A3D30A891A8}" destId="{700B1F54-1BBD-477D-A223-929D04EAD9BC}" srcOrd="4" destOrd="0" presId="urn:microsoft.com/office/officeart/2018/5/layout/CenteredIconLabelDescriptionList"/>
    <dgm:cxn modelId="{152F9600-274E-4C13-91C8-DE5FC441D790}" type="presParOf" srcId="{700B1F54-1BBD-477D-A223-929D04EAD9BC}" destId="{895295F4-962F-4233-B780-405EC6856C06}" srcOrd="0" destOrd="0" presId="urn:microsoft.com/office/officeart/2018/5/layout/CenteredIconLabelDescriptionList"/>
    <dgm:cxn modelId="{9B68ABAC-05AE-4B78-8DA0-7A71AF5C2BB7}" type="presParOf" srcId="{700B1F54-1BBD-477D-A223-929D04EAD9BC}" destId="{27E7A806-5BD5-4B18-8B6E-2E4F059C47CF}" srcOrd="1" destOrd="0" presId="urn:microsoft.com/office/officeart/2018/5/layout/CenteredIconLabelDescriptionList"/>
    <dgm:cxn modelId="{5F9D3AEB-8923-40E2-98EF-020F6C027D7F}" type="presParOf" srcId="{700B1F54-1BBD-477D-A223-929D04EAD9BC}" destId="{05A920FF-E35D-466F-BEEA-64EB716635C2}" srcOrd="2" destOrd="0" presId="urn:microsoft.com/office/officeart/2018/5/layout/CenteredIconLabelDescriptionList"/>
    <dgm:cxn modelId="{993C578B-8FDA-4840-BF74-4E82B2C04884}" type="presParOf" srcId="{700B1F54-1BBD-477D-A223-929D04EAD9BC}" destId="{D3F14808-295B-4EE0-ADE2-FB0359BA4867}" srcOrd="3" destOrd="0" presId="urn:microsoft.com/office/officeart/2018/5/layout/CenteredIconLabelDescriptionList"/>
    <dgm:cxn modelId="{AB00D652-2321-4161-BF7C-D16B9387E074}" type="presParOf" srcId="{700B1F54-1BBD-477D-A223-929D04EAD9BC}" destId="{9D7E358F-BE52-443E-AABE-1A411943A448}" srcOrd="4" destOrd="0" presId="urn:microsoft.com/office/officeart/2018/5/layout/CenteredIconLabelDescriptionList"/>
    <dgm:cxn modelId="{C65B8236-22C1-4F58-901C-AF3B53A92E8F}" type="presParOf" srcId="{CC3A034C-B981-423E-9B16-1A3D30A891A8}" destId="{D60424EA-F06F-44B9-A75B-0D79C2BDB192}" srcOrd="5" destOrd="0" presId="urn:microsoft.com/office/officeart/2018/5/layout/CenteredIconLabelDescriptionList"/>
    <dgm:cxn modelId="{F8300552-E670-4629-BC28-C1BD18A59150}" type="presParOf" srcId="{CC3A034C-B981-423E-9B16-1A3D30A891A8}" destId="{66CFC36F-62F3-4F61-9FE4-AEA8D91156EF}" srcOrd="6" destOrd="0" presId="urn:microsoft.com/office/officeart/2018/5/layout/CenteredIconLabelDescriptionList"/>
    <dgm:cxn modelId="{20CD96DC-1E15-450D-B026-A50EB39A25A6}" type="presParOf" srcId="{66CFC36F-62F3-4F61-9FE4-AEA8D91156EF}" destId="{26B1D1A3-9EB0-479C-B861-550AAD926958}" srcOrd="0" destOrd="0" presId="urn:microsoft.com/office/officeart/2018/5/layout/CenteredIconLabelDescriptionList"/>
    <dgm:cxn modelId="{2F82DEEF-2DE8-40F6-A58D-CC0F861C7103}" type="presParOf" srcId="{66CFC36F-62F3-4F61-9FE4-AEA8D91156EF}" destId="{48D0DFE3-6305-4E67-AA71-86C761A6F42B}" srcOrd="1" destOrd="0" presId="urn:microsoft.com/office/officeart/2018/5/layout/CenteredIconLabelDescriptionList"/>
    <dgm:cxn modelId="{D37CC55D-7741-4829-A243-97F76C504B16}" type="presParOf" srcId="{66CFC36F-62F3-4F61-9FE4-AEA8D91156EF}" destId="{7293171A-BCA5-4E07-902A-4DF6B1024E86}" srcOrd="2" destOrd="0" presId="urn:microsoft.com/office/officeart/2018/5/layout/CenteredIconLabelDescriptionList"/>
    <dgm:cxn modelId="{6563209C-F358-48F8-B1A0-E8CC71B499FC}" type="presParOf" srcId="{66CFC36F-62F3-4F61-9FE4-AEA8D91156EF}" destId="{5C53BDF6-1AD4-444D-A14E-2E259DE80B77}" srcOrd="3" destOrd="0" presId="urn:microsoft.com/office/officeart/2018/5/layout/CenteredIconLabelDescriptionList"/>
    <dgm:cxn modelId="{00494BE4-7ADD-4CD0-A730-8F1E52C5C534}" type="presParOf" srcId="{66CFC36F-62F3-4F61-9FE4-AEA8D91156EF}" destId="{C0E3EF95-5AD3-4F5B-8757-170AA89F165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721FB6-B391-484E-B375-613068E28F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F2AEEC7-36B8-43D2-AB33-FE951C56B470}">
      <dgm:prSet/>
      <dgm:spPr/>
      <dgm:t>
        <a:bodyPr/>
        <a:lstStyle/>
        <a:p>
          <a:r>
            <a:rPr lang="en-GB" b="0" i="0"/>
            <a:t>Urgency and Pressure</a:t>
          </a:r>
          <a:endParaRPr lang="en-US"/>
        </a:p>
      </dgm:t>
    </dgm:pt>
    <dgm:pt modelId="{4FD1305C-7FD1-4814-AE9E-7CF81FD2C5A4}" type="parTrans" cxnId="{DC7BA933-966F-44A4-8A70-1B0A46FBB86A}">
      <dgm:prSet/>
      <dgm:spPr/>
      <dgm:t>
        <a:bodyPr/>
        <a:lstStyle/>
        <a:p>
          <a:endParaRPr lang="en-US"/>
        </a:p>
      </dgm:t>
    </dgm:pt>
    <dgm:pt modelId="{496F063E-BB36-49DD-A321-4C9625851C4A}" type="sibTrans" cxnId="{DC7BA933-966F-44A4-8A70-1B0A46FBB86A}">
      <dgm:prSet/>
      <dgm:spPr/>
      <dgm:t>
        <a:bodyPr/>
        <a:lstStyle/>
        <a:p>
          <a:endParaRPr lang="en-US"/>
        </a:p>
      </dgm:t>
    </dgm:pt>
    <dgm:pt modelId="{74FC3F8B-51E8-4810-9EB0-88B6715591D8}">
      <dgm:prSet/>
      <dgm:spPr/>
      <dgm:t>
        <a:bodyPr/>
        <a:lstStyle/>
        <a:p>
          <a:r>
            <a:rPr lang="en-GB" b="0" i="0"/>
            <a:t>“Act NOW or your account will be closed!”. Pressure to act fast is a major red flag. </a:t>
          </a:r>
          <a:endParaRPr lang="en-US"/>
        </a:p>
      </dgm:t>
    </dgm:pt>
    <dgm:pt modelId="{925D910C-4A81-47C5-BAFF-191FF5BD62CF}" type="parTrans" cxnId="{1BBC2195-376E-47F4-9D90-35C31AE50395}">
      <dgm:prSet/>
      <dgm:spPr/>
      <dgm:t>
        <a:bodyPr/>
        <a:lstStyle/>
        <a:p>
          <a:endParaRPr lang="en-US"/>
        </a:p>
      </dgm:t>
    </dgm:pt>
    <dgm:pt modelId="{66111F5B-DE9B-458D-A509-3E235694E5D2}" type="sibTrans" cxnId="{1BBC2195-376E-47F4-9D90-35C31AE50395}">
      <dgm:prSet/>
      <dgm:spPr/>
      <dgm:t>
        <a:bodyPr/>
        <a:lstStyle/>
        <a:p>
          <a:endParaRPr lang="en-US"/>
        </a:p>
      </dgm:t>
    </dgm:pt>
    <dgm:pt modelId="{1A10159C-D5A3-4C5F-8034-540DDB933430}">
      <dgm:prSet/>
      <dgm:spPr/>
      <dgm:t>
        <a:bodyPr/>
        <a:lstStyle/>
        <a:p>
          <a:r>
            <a:rPr lang="en-GB" b="0" i="0"/>
            <a:t>Too Good to Be True</a:t>
          </a:r>
          <a:endParaRPr lang="en-US"/>
        </a:p>
      </dgm:t>
    </dgm:pt>
    <dgm:pt modelId="{FDC54FA2-49B2-437C-9DAB-417ED5E45162}" type="parTrans" cxnId="{B3F723B7-2FE0-4729-93A7-B312155B08B6}">
      <dgm:prSet/>
      <dgm:spPr/>
      <dgm:t>
        <a:bodyPr/>
        <a:lstStyle/>
        <a:p>
          <a:endParaRPr lang="en-US"/>
        </a:p>
      </dgm:t>
    </dgm:pt>
    <dgm:pt modelId="{CBCEB77D-684B-4EE9-AB5D-7BE8A3C4FAA5}" type="sibTrans" cxnId="{B3F723B7-2FE0-4729-93A7-B312155B08B6}">
      <dgm:prSet/>
      <dgm:spPr/>
      <dgm:t>
        <a:bodyPr/>
        <a:lstStyle/>
        <a:p>
          <a:endParaRPr lang="en-US"/>
        </a:p>
      </dgm:t>
    </dgm:pt>
    <dgm:pt modelId="{264CDD12-3D38-45FE-829D-6CC2F5251C3E}">
      <dgm:prSet/>
      <dgm:spPr/>
      <dgm:t>
        <a:bodyPr/>
        <a:lstStyle/>
        <a:p>
          <a:r>
            <a:rPr lang="en-GB" b="0" i="0"/>
            <a:t>Prizes, lottery wins or rewards you didn’t sign up for are almost always scams.</a:t>
          </a:r>
          <a:endParaRPr lang="en-US"/>
        </a:p>
      </dgm:t>
    </dgm:pt>
    <dgm:pt modelId="{691907F9-70E8-495D-8EA3-E4C24A1AB652}" type="parTrans" cxnId="{E8AB48DE-5804-425D-82F6-BB8ED8B0D6DC}">
      <dgm:prSet/>
      <dgm:spPr/>
      <dgm:t>
        <a:bodyPr/>
        <a:lstStyle/>
        <a:p>
          <a:endParaRPr lang="en-US"/>
        </a:p>
      </dgm:t>
    </dgm:pt>
    <dgm:pt modelId="{CF634D27-1DE9-4D98-AD38-6C2D8D2B38AF}" type="sibTrans" cxnId="{E8AB48DE-5804-425D-82F6-BB8ED8B0D6DC}">
      <dgm:prSet/>
      <dgm:spPr/>
      <dgm:t>
        <a:bodyPr/>
        <a:lstStyle/>
        <a:p>
          <a:endParaRPr lang="en-US"/>
        </a:p>
      </dgm:t>
    </dgm:pt>
    <dgm:pt modelId="{B786D797-FCC0-4079-9D53-DDC7B656FAB2}">
      <dgm:prSet/>
      <dgm:spPr/>
      <dgm:t>
        <a:bodyPr/>
        <a:lstStyle/>
        <a:p>
          <a:r>
            <a:rPr lang="en-GB" b="0" i="0"/>
            <a:t>Suspicious Links/Attachments </a:t>
          </a:r>
          <a:endParaRPr lang="en-US"/>
        </a:p>
      </dgm:t>
    </dgm:pt>
    <dgm:pt modelId="{F3E71845-023A-4DEF-B7FE-01AD6563B151}" type="parTrans" cxnId="{FCE98ECC-DEA4-4BD1-993B-E8A72A958FFB}">
      <dgm:prSet/>
      <dgm:spPr/>
      <dgm:t>
        <a:bodyPr/>
        <a:lstStyle/>
        <a:p>
          <a:endParaRPr lang="en-US"/>
        </a:p>
      </dgm:t>
    </dgm:pt>
    <dgm:pt modelId="{06FE3F04-5973-4915-AE3A-B482F7652EEF}" type="sibTrans" cxnId="{FCE98ECC-DEA4-4BD1-993B-E8A72A958FFB}">
      <dgm:prSet/>
      <dgm:spPr/>
      <dgm:t>
        <a:bodyPr/>
        <a:lstStyle/>
        <a:p>
          <a:endParaRPr lang="en-US"/>
        </a:p>
      </dgm:t>
    </dgm:pt>
    <dgm:pt modelId="{2A1260CD-A9D5-4A73-9EB3-AB1CB76A8498}">
      <dgm:prSet/>
      <dgm:spPr/>
      <dgm:t>
        <a:bodyPr/>
        <a:lstStyle/>
        <a:p>
          <a:r>
            <a:rPr lang="en-GB" b="0" i="0"/>
            <a:t>Hover over links before clicking them. Misspelled URLs (e.g. paypa1.com) are common tricks. </a:t>
          </a:r>
          <a:endParaRPr lang="en-US"/>
        </a:p>
      </dgm:t>
    </dgm:pt>
    <dgm:pt modelId="{8A45B15B-15F4-4E46-950F-EBF196C947DA}" type="parTrans" cxnId="{739B0A60-8BEA-4E5C-B231-016165D0E3CB}">
      <dgm:prSet/>
      <dgm:spPr/>
      <dgm:t>
        <a:bodyPr/>
        <a:lstStyle/>
        <a:p>
          <a:endParaRPr lang="en-US"/>
        </a:p>
      </dgm:t>
    </dgm:pt>
    <dgm:pt modelId="{C74D23A0-9BBC-4F08-B1A6-82F61535EA63}" type="sibTrans" cxnId="{739B0A60-8BEA-4E5C-B231-016165D0E3CB}">
      <dgm:prSet/>
      <dgm:spPr/>
      <dgm:t>
        <a:bodyPr/>
        <a:lstStyle/>
        <a:p>
          <a:endParaRPr lang="en-US"/>
        </a:p>
      </dgm:t>
    </dgm:pt>
    <dgm:pt modelId="{D7A099C9-C8DD-45D1-A56A-9FB81479C77B}">
      <dgm:prSet/>
      <dgm:spPr/>
      <dgm:t>
        <a:bodyPr/>
        <a:lstStyle/>
        <a:p>
          <a:r>
            <a:rPr lang="en-GB" b="0" i="0"/>
            <a:t>Requests for Personal Information </a:t>
          </a:r>
          <a:endParaRPr lang="en-US"/>
        </a:p>
      </dgm:t>
    </dgm:pt>
    <dgm:pt modelId="{12DB43AB-A3BE-4552-AEA3-91997E257449}" type="parTrans" cxnId="{5242D1B9-C5DD-4C04-B489-B6F4DFEBCE89}">
      <dgm:prSet/>
      <dgm:spPr/>
      <dgm:t>
        <a:bodyPr/>
        <a:lstStyle/>
        <a:p>
          <a:endParaRPr lang="en-US"/>
        </a:p>
      </dgm:t>
    </dgm:pt>
    <dgm:pt modelId="{EAA7BBB3-803B-48CE-96DE-14A4F8BA2369}" type="sibTrans" cxnId="{5242D1B9-C5DD-4C04-B489-B6F4DFEBCE89}">
      <dgm:prSet/>
      <dgm:spPr/>
      <dgm:t>
        <a:bodyPr/>
        <a:lstStyle/>
        <a:p>
          <a:endParaRPr lang="en-US"/>
        </a:p>
      </dgm:t>
    </dgm:pt>
    <dgm:pt modelId="{21F8304F-FE4D-42E8-8676-DA7141C4069D}">
      <dgm:prSet/>
      <dgm:spPr/>
      <dgm:t>
        <a:bodyPr/>
        <a:lstStyle/>
        <a:p>
          <a:r>
            <a:rPr lang="en-GB" b="0" i="0"/>
            <a:t>Legitimate companies will NEVER ask for your passwords, or Pins by email or phone.</a:t>
          </a:r>
          <a:endParaRPr lang="en-US"/>
        </a:p>
      </dgm:t>
    </dgm:pt>
    <dgm:pt modelId="{34EC5898-ABE3-4FEF-96AC-ED806B198E64}" type="parTrans" cxnId="{E8E15779-29D9-4C4A-91DC-C62F818ADEB0}">
      <dgm:prSet/>
      <dgm:spPr/>
      <dgm:t>
        <a:bodyPr/>
        <a:lstStyle/>
        <a:p>
          <a:endParaRPr lang="en-US"/>
        </a:p>
      </dgm:t>
    </dgm:pt>
    <dgm:pt modelId="{EDB3BB14-43F8-426D-8CF5-371EAFCFE1DB}" type="sibTrans" cxnId="{E8E15779-29D9-4C4A-91DC-C62F818ADEB0}">
      <dgm:prSet/>
      <dgm:spPr/>
      <dgm:t>
        <a:bodyPr/>
        <a:lstStyle/>
        <a:p>
          <a:endParaRPr lang="en-US"/>
        </a:p>
      </dgm:t>
    </dgm:pt>
    <dgm:pt modelId="{49AC0592-F639-4B37-80F5-5E843C780FD1}">
      <dgm:prSet/>
      <dgm:spPr/>
      <dgm:t>
        <a:bodyPr/>
        <a:lstStyle/>
        <a:p>
          <a:r>
            <a:rPr lang="en-GB" b="0" i="0"/>
            <a:t>Fear and Threats</a:t>
          </a:r>
          <a:endParaRPr lang="en-US"/>
        </a:p>
      </dgm:t>
    </dgm:pt>
    <dgm:pt modelId="{A247AE9F-799C-4B64-9C17-3AA2B0555151}" type="parTrans" cxnId="{66725AC6-FF4D-4238-85B0-B41B9567B8A0}">
      <dgm:prSet/>
      <dgm:spPr/>
      <dgm:t>
        <a:bodyPr/>
        <a:lstStyle/>
        <a:p>
          <a:endParaRPr lang="en-US"/>
        </a:p>
      </dgm:t>
    </dgm:pt>
    <dgm:pt modelId="{43E53886-4A1A-4742-B928-BA2A86A7DDF3}" type="sibTrans" cxnId="{66725AC6-FF4D-4238-85B0-B41B9567B8A0}">
      <dgm:prSet/>
      <dgm:spPr/>
      <dgm:t>
        <a:bodyPr/>
        <a:lstStyle/>
        <a:p>
          <a:endParaRPr lang="en-US"/>
        </a:p>
      </dgm:t>
    </dgm:pt>
    <dgm:pt modelId="{9AA1B45B-B4AB-4483-8C4F-E7BB5C5B2EE5}">
      <dgm:prSet/>
      <dgm:spPr/>
      <dgm:t>
        <a:bodyPr/>
        <a:lstStyle/>
        <a:p>
          <a:r>
            <a:rPr lang="en-GB" b="0" i="0"/>
            <a:t>“Your computer is infected” or “You owe unpaid taxes” are designed to panic you into acting fast without consideration. </a:t>
          </a:r>
          <a:endParaRPr lang="en-US"/>
        </a:p>
      </dgm:t>
    </dgm:pt>
    <dgm:pt modelId="{F87391AC-B5C0-4F1E-955F-CFBD880C64BF}" type="parTrans" cxnId="{6D1B51CA-290D-46F4-A776-A2CE229F1925}">
      <dgm:prSet/>
      <dgm:spPr/>
      <dgm:t>
        <a:bodyPr/>
        <a:lstStyle/>
        <a:p>
          <a:endParaRPr lang="en-US"/>
        </a:p>
      </dgm:t>
    </dgm:pt>
    <dgm:pt modelId="{98EBFF1D-73F3-418D-8405-90BB50066BB8}" type="sibTrans" cxnId="{6D1B51CA-290D-46F4-A776-A2CE229F1925}">
      <dgm:prSet/>
      <dgm:spPr/>
      <dgm:t>
        <a:bodyPr/>
        <a:lstStyle/>
        <a:p>
          <a:endParaRPr lang="en-US"/>
        </a:p>
      </dgm:t>
    </dgm:pt>
    <dgm:pt modelId="{BBB45897-6C10-4A94-8D38-9A1927382A31}">
      <dgm:prSet/>
      <dgm:spPr/>
      <dgm:t>
        <a:bodyPr/>
        <a:lstStyle/>
        <a:p>
          <a:r>
            <a:rPr lang="en-GB" b="0" i="0"/>
            <a:t>Unusual Sender/Caller</a:t>
          </a:r>
          <a:endParaRPr lang="en-US"/>
        </a:p>
      </dgm:t>
    </dgm:pt>
    <dgm:pt modelId="{385870F6-66F6-4897-96CD-BE3FACA373A9}" type="parTrans" cxnId="{5708A8C0-2D7C-44F3-98AC-6DD7B5F0F4F2}">
      <dgm:prSet/>
      <dgm:spPr/>
      <dgm:t>
        <a:bodyPr/>
        <a:lstStyle/>
        <a:p>
          <a:endParaRPr lang="en-US"/>
        </a:p>
      </dgm:t>
    </dgm:pt>
    <dgm:pt modelId="{E413EB49-DD88-41AD-85BA-66D31902528F}" type="sibTrans" cxnId="{5708A8C0-2D7C-44F3-98AC-6DD7B5F0F4F2}">
      <dgm:prSet/>
      <dgm:spPr/>
      <dgm:t>
        <a:bodyPr/>
        <a:lstStyle/>
        <a:p>
          <a:endParaRPr lang="en-US"/>
        </a:p>
      </dgm:t>
    </dgm:pt>
    <dgm:pt modelId="{0F9D76CF-9F20-4213-9374-48B7497A6C4E}">
      <dgm:prSet/>
      <dgm:spPr/>
      <dgm:t>
        <a:bodyPr/>
        <a:lstStyle/>
        <a:p>
          <a:r>
            <a:rPr lang="en-GB" b="0" i="0"/>
            <a:t>Check the email addresses carefully. Scammers use addresses like support@paypa1-secure.com.</a:t>
          </a:r>
          <a:endParaRPr lang="en-US"/>
        </a:p>
      </dgm:t>
    </dgm:pt>
    <dgm:pt modelId="{A42E9DFA-C24B-4C23-9138-53389A437C52}" type="parTrans" cxnId="{E769EC25-5BA9-475B-920D-ED27D8C9B2DB}">
      <dgm:prSet/>
      <dgm:spPr/>
      <dgm:t>
        <a:bodyPr/>
        <a:lstStyle/>
        <a:p>
          <a:endParaRPr lang="en-US"/>
        </a:p>
      </dgm:t>
    </dgm:pt>
    <dgm:pt modelId="{4FBDB407-1495-480F-803F-F05D673DA9C9}" type="sibTrans" cxnId="{E769EC25-5BA9-475B-920D-ED27D8C9B2DB}">
      <dgm:prSet/>
      <dgm:spPr/>
      <dgm:t>
        <a:bodyPr/>
        <a:lstStyle/>
        <a:p>
          <a:endParaRPr lang="en-US"/>
        </a:p>
      </dgm:t>
    </dgm:pt>
    <dgm:pt modelId="{E6E727A6-1CDE-42B1-8335-C7C81E77440A}" type="pres">
      <dgm:prSet presAssocID="{A5721FB6-B391-484E-B375-613068E28FBF}" presName="root" presStyleCnt="0">
        <dgm:presLayoutVars>
          <dgm:dir/>
          <dgm:resizeHandles val="exact"/>
        </dgm:presLayoutVars>
      </dgm:prSet>
      <dgm:spPr/>
    </dgm:pt>
    <dgm:pt modelId="{9CD8B2B7-BA79-4DA8-8ABF-A7D79D538B80}" type="pres">
      <dgm:prSet presAssocID="{EF2AEEC7-36B8-43D2-AB33-FE951C56B470}" presName="compNode" presStyleCnt="0"/>
      <dgm:spPr/>
    </dgm:pt>
    <dgm:pt modelId="{C36FD2B1-5850-4FBD-BA49-E2487E5D764F}" type="pres">
      <dgm:prSet presAssocID="{EF2AEEC7-36B8-43D2-AB33-FE951C56B470}" presName="bgRect" presStyleLbl="bgShp" presStyleIdx="0" presStyleCnt="6"/>
      <dgm:spPr/>
    </dgm:pt>
    <dgm:pt modelId="{7E0ED854-9798-4A41-8BB1-0AF3F7629664}" type="pres">
      <dgm:prSet presAssocID="{EF2AEEC7-36B8-43D2-AB33-FE951C56B47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A675ABBE-2155-489D-8639-033F07D54E4B}" type="pres">
      <dgm:prSet presAssocID="{EF2AEEC7-36B8-43D2-AB33-FE951C56B470}" presName="spaceRect" presStyleCnt="0"/>
      <dgm:spPr/>
    </dgm:pt>
    <dgm:pt modelId="{B343D454-4AA3-43B3-A539-E833DF8D80F7}" type="pres">
      <dgm:prSet presAssocID="{EF2AEEC7-36B8-43D2-AB33-FE951C56B470}" presName="parTx" presStyleLbl="revTx" presStyleIdx="0" presStyleCnt="12">
        <dgm:presLayoutVars>
          <dgm:chMax val="0"/>
          <dgm:chPref val="0"/>
        </dgm:presLayoutVars>
      </dgm:prSet>
      <dgm:spPr/>
    </dgm:pt>
    <dgm:pt modelId="{C8C28CC8-60E7-42A8-8302-A497C7CFFFF2}" type="pres">
      <dgm:prSet presAssocID="{EF2AEEC7-36B8-43D2-AB33-FE951C56B470}" presName="desTx" presStyleLbl="revTx" presStyleIdx="1" presStyleCnt="12">
        <dgm:presLayoutVars/>
      </dgm:prSet>
      <dgm:spPr/>
    </dgm:pt>
    <dgm:pt modelId="{FFCA88AE-3338-4606-9C90-DFF2667DB702}" type="pres">
      <dgm:prSet presAssocID="{496F063E-BB36-49DD-A321-4C9625851C4A}" presName="sibTrans" presStyleCnt="0"/>
      <dgm:spPr/>
    </dgm:pt>
    <dgm:pt modelId="{A21FD90D-57BB-424E-866B-089D9449DFD1}" type="pres">
      <dgm:prSet presAssocID="{1A10159C-D5A3-4C5F-8034-540DDB933430}" presName="compNode" presStyleCnt="0"/>
      <dgm:spPr/>
    </dgm:pt>
    <dgm:pt modelId="{BD7BD426-96BC-46B6-83A4-7194DFD5D9A9}" type="pres">
      <dgm:prSet presAssocID="{1A10159C-D5A3-4C5F-8034-540DDB933430}" presName="bgRect" presStyleLbl="bgShp" presStyleIdx="1" presStyleCnt="6"/>
      <dgm:spPr/>
    </dgm:pt>
    <dgm:pt modelId="{2641E231-198D-46BF-8CBE-8031D416BC17}" type="pres">
      <dgm:prSet presAssocID="{1A10159C-D5A3-4C5F-8034-540DDB93343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4A5B766A-B1A7-44C7-A77F-CBD7298BEC1E}" type="pres">
      <dgm:prSet presAssocID="{1A10159C-D5A3-4C5F-8034-540DDB933430}" presName="spaceRect" presStyleCnt="0"/>
      <dgm:spPr/>
    </dgm:pt>
    <dgm:pt modelId="{4854FFF3-7269-443C-984F-FA6DFFC8FF16}" type="pres">
      <dgm:prSet presAssocID="{1A10159C-D5A3-4C5F-8034-540DDB933430}" presName="parTx" presStyleLbl="revTx" presStyleIdx="2" presStyleCnt="12">
        <dgm:presLayoutVars>
          <dgm:chMax val="0"/>
          <dgm:chPref val="0"/>
        </dgm:presLayoutVars>
      </dgm:prSet>
      <dgm:spPr/>
    </dgm:pt>
    <dgm:pt modelId="{54DF4B07-C1A8-4721-918C-E357EFFD7B3F}" type="pres">
      <dgm:prSet presAssocID="{1A10159C-D5A3-4C5F-8034-540DDB933430}" presName="desTx" presStyleLbl="revTx" presStyleIdx="3" presStyleCnt="12">
        <dgm:presLayoutVars/>
      </dgm:prSet>
      <dgm:spPr/>
    </dgm:pt>
    <dgm:pt modelId="{341235CF-C91A-4988-A368-98D74CA2C589}" type="pres">
      <dgm:prSet presAssocID="{CBCEB77D-684B-4EE9-AB5D-7BE8A3C4FAA5}" presName="sibTrans" presStyleCnt="0"/>
      <dgm:spPr/>
    </dgm:pt>
    <dgm:pt modelId="{A0FC76E4-7244-42D4-A4B4-C729E379DD3A}" type="pres">
      <dgm:prSet presAssocID="{B786D797-FCC0-4079-9D53-DDC7B656FAB2}" presName="compNode" presStyleCnt="0"/>
      <dgm:spPr/>
    </dgm:pt>
    <dgm:pt modelId="{BF8F87CF-E2F7-47CE-A469-2106D2E68445}" type="pres">
      <dgm:prSet presAssocID="{B786D797-FCC0-4079-9D53-DDC7B656FAB2}" presName="bgRect" presStyleLbl="bgShp" presStyleIdx="2" presStyleCnt="6"/>
      <dgm:spPr/>
    </dgm:pt>
    <dgm:pt modelId="{28368563-95BC-4099-BB91-70ACC6C96CFD}" type="pres">
      <dgm:prSet presAssocID="{B786D797-FCC0-4079-9D53-DDC7B656FAB2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F145283B-FC9B-4318-A56F-022BC5BD3D93}" type="pres">
      <dgm:prSet presAssocID="{B786D797-FCC0-4079-9D53-DDC7B656FAB2}" presName="spaceRect" presStyleCnt="0"/>
      <dgm:spPr/>
    </dgm:pt>
    <dgm:pt modelId="{47D269BB-9A2A-43C1-B427-1C8354F6CDDC}" type="pres">
      <dgm:prSet presAssocID="{B786D797-FCC0-4079-9D53-DDC7B656FAB2}" presName="parTx" presStyleLbl="revTx" presStyleIdx="4" presStyleCnt="12">
        <dgm:presLayoutVars>
          <dgm:chMax val="0"/>
          <dgm:chPref val="0"/>
        </dgm:presLayoutVars>
      </dgm:prSet>
      <dgm:spPr/>
    </dgm:pt>
    <dgm:pt modelId="{5D808213-5AC5-4A06-8A4D-C38DC5354DFB}" type="pres">
      <dgm:prSet presAssocID="{B786D797-FCC0-4079-9D53-DDC7B656FAB2}" presName="desTx" presStyleLbl="revTx" presStyleIdx="5" presStyleCnt="12">
        <dgm:presLayoutVars/>
      </dgm:prSet>
      <dgm:spPr/>
    </dgm:pt>
    <dgm:pt modelId="{18657095-7168-46A7-B050-838E4D4E4055}" type="pres">
      <dgm:prSet presAssocID="{06FE3F04-5973-4915-AE3A-B482F7652EEF}" presName="sibTrans" presStyleCnt="0"/>
      <dgm:spPr/>
    </dgm:pt>
    <dgm:pt modelId="{7825E455-8FE0-4B74-BDA7-FE8FF102C258}" type="pres">
      <dgm:prSet presAssocID="{D7A099C9-C8DD-45D1-A56A-9FB81479C77B}" presName="compNode" presStyleCnt="0"/>
      <dgm:spPr/>
    </dgm:pt>
    <dgm:pt modelId="{E80A6229-E4D3-494C-AB20-524CC704ACA9}" type="pres">
      <dgm:prSet presAssocID="{D7A099C9-C8DD-45D1-A56A-9FB81479C77B}" presName="bgRect" presStyleLbl="bgShp" presStyleIdx="3" presStyleCnt="6"/>
      <dgm:spPr/>
    </dgm:pt>
    <dgm:pt modelId="{6EAB13BF-AEFA-41F1-A244-C72B8AE8A7D7}" type="pres">
      <dgm:prSet presAssocID="{D7A099C9-C8DD-45D1-A56A-9FB81479C77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62A0111F-6C05-4A81-BEDE-4B0718DA48F8}" type="pres">
      <dgm:prSet presAssocID="{D7A099C9-C8DD-45D1-A56A-9FB81479C77B}" presName="spaceRect" presStyleCnt="0"/>
      <dgm:spPr/>
    </dgm:pt>
    <dgm:pt modelId="{A0C0580F-12C3-4398-BEED-201F69AED64B}" type="pres">
      <dgm:prSet presAssocID="{D7A099C9-C8DD-45D1-A56A-9FB81479C77B}" presName="parTx" presStyleLbl="revTx" presStyleIdx="6" presStyleCnt="12">
        <dgm:presLayoutVars>
          <dgm:chMax val="0"/>
          <dgm:chPref val="0"/>
        </dgm:presLayoutVars>
      </dgm:prSet>
      <dgm:spPr/>
    </dgm:pt>
    <dgm:pt modelId="{19B8F9A7-7864-491E-8829-B6A27DE9E844}" type="pres">
      <dgm:prSet presAssocID="{D7A099C9-C8DD-45D1-A56A-9FB81479C77B}" presName="desTx" presStyleLbl="revTx" presStyleIdx="7" presStyleCnt="12">
        <dgm:presLayoutVars/>
      </dgm:prSet>
      <dgm:spPr/>
    </dgm:pt>
    <dgm:pt modelId="{689516AB-028B-41E4-BB3C-C94150F7BB72}" type="pres">
      <dgm:prSet presAssocID="{EAA7BBB3-803B-48CE-96DE-14A4F8BA2369}" presName="sibTrans" presStyleCnt="0"/>
      <dgm:spPr/>
    </dgm:pt>
    <dgm:pt modelId="{B39A2485-41C7-4D10-88C3-D839D9DDD386}" type="pres">
      <dgm:prSet presAssocID="{49AC0592-F639-4B37-80F5-5E843C780FD1}" presName="compNode" presStyleCnt="0"/>
      <dgm:spPr/>
    </dgm:pt>
    <dgm:pt modelId="{87B25E84-9D98-4E86-9B56-BB25BAC19C9F}" type="pres">
      <dgm:prSet presAssocID="{49AC0592-F639-4B37-80F5-5E843C780FD1}" presName="bgRect" presStyleLbl="bgShp" presStyleIdx="4" presStyleCnt="6"/>
      <dgm:spPr/>
    </dgm:pt>
    <dgm:pt modelId="{878A3552-AD07-4A7A-BFF3-4DB3851E2992}" type="pres">
      <dgm:prSet presAssocID="{49AC0592-F639-4B37-80F5-5E843C780FD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016E483-9402-41C6-AF3F-9624BC319829}" type="pres">
      <dgm:prSet presAssocID="{49AC0592-F639-4B37-80F5-5E843C780FD1}" presName="spaceRect" presStyleCnt="0"/>
      <dgm:spPr/>
    </dgm:pt>
    <dgm:pt modelId="{EF8BF01F-3EFC-47B6-9360-A237CE761D40}" type="pres">
      <dgm:prSet presAssocID="{49AC0592-F639-4B37-80F5-5E843C780FD1}" presName="parTx" presStyleLbl="revTx" presStyleIdx="8" presStyleCnt="12">
        <dgm:presLayoutVars>
          <dgm:chMax val="0"/>
          <dgm:chPref val="0"/>
        </dgm:presLayoutVars>
      </dgm:prSet>
      <dgm:spPr/>
    </dgm:pt>
    <dgm:pt modelId="{F44D988E-456B-43E5-8BB0-252E387DE3A4}" type="pres">
      <dgm:prSet presAssocID="{49AC0592-F639-4B37-80F5-5E843C780FD1}" presName="desTx" presStyleLbl="revTx" presStyleIdx="9" presStyleCnt="12">
        <dgm:presLayoutVars/>
      </dgm:prSet>
      <dgm:spPr/>
    </dgm:pt>
    <dgm:pt modelId="{1895CC01-2349-47E7-B39F-8195F0F2DBF3}" type="pres">
      <dgm:prSet presAssocID="{43E53886-4A1A-4742-B928-BA2A86A7DDF3}" presName="sibTrans" presStyleCnt="0"/>
      <dgm:spPr/>
    </dgm:pt>
    <dgm:pt modelId="{AB05457B-8EC9-4F56-A46D-B481D2D69192}" type="pres">
      <dgm:prSet presAssocID="{BBB45897-6C10-4A94-8D38-9A1927382A31}" presName="compNode" presStyleCnt="0"/>
      <dgm:spPr/>
    </dgm:pt>
    <dgm:pt modelId="{2AF8EE8C-5CB8-40E0-BF7F-A472E2D8CE05}" type="pres">
      <dgm:prSet presAssocID="{BBB45897-6C10-4A94-8D38-9A1927382A31}" presName="bgRect" presStyleLbl="bgShp" presStyleIdx="5" presStyleCnt="6"/>
      <dgm:spPr/>
    </dgm:pt>
    <dgm:pt modelId="{162D4BBF-0C04-44C2-A284-255D626E2590}" type="pres">
      <dgm:prSet presAssocID="{BBB45897-6C10-4A94-8D38-9A1927382A3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91D1FA1E-CABB-44F5-9F27-AC121FA3B53B}" type="pres">
      <dgm:prSet presAssocID="{BBB45897-6C10-4A94-8D38-9A1927382A31}" presName="spaceRect" presStyleCnt="0"/>
      <dgm:spPr/>
    </dgm:pt>
    <dgm:pt modelId="{CC39B549-2262-4403-9BB1-343023576534}" type="pres">
      <dgm:prSet presAssocID="{BBB45897-6C10-4A94-8D38-9A1927382A31}" presName="parTx" presStyleLbl="revTx" presStyleIdx="10" presStyleCnt="12">
        <dgm:presLayoutVars>
          <dgm:chMax val="0"/>
          <dgm:chPref val="0"/>
        </dgm:presLayoutVars>
      </dgm:prSet>
      <dgm:spPr/>
    </dgm:pt>
    <dgm:pt modelId="{7B88F1CF-F2C4-47FF-8D97-4E8C90442EA6}" type="pres">
      <dgm:prSet presAssocID="{BBB45897-6C10-4A94-8D38-9A1927382A31}" presName="desTx" presStyleLbl="revTx" presStyleIdx="11" presStyleCnt="12">
        <dgm:presLayoutVars/>
      </dgm:prSet>
      <dgm:spPr/>
    </dgm:pt>
  </dgm:ptLst>
  <dgm:cxnLst>
    <dgm:cxn modelId="{D0325300-E926-4B34-A268-711473DA894A}" type="presOf" srcId="{74FC3F8B-51E8-4810-9EB0-88B6715591D8}" destId="{C8C28CC8-60E7-42A8-8302-A497C7CFFFF2}" srcOrd="0" destOrd="0" presId="urn:microsoft.com/office/officeart/2018/2/layout/IconVerticalSolidList"/>
    <dgm:cxn modelId="{731D550C-428D-4DEC-B776-F1C3D56E87A1}" type="presOf" srcId="{2A1260CD-A9D5-4A73-9EB3-AB1CB76A8498}" destId="{5D808213-5AC5-4A06-8A4D-C38DC5354DFB}" srcOrd="0" destOrd="0" presId="urn:microsoft.com/office/officeart/2018/2/layout/IconVerticalSolidList"/>
    <dgm:cxn modelId="{E769EC25-5BA9-475B-920D-ED27D8C9B2DB}" srcId="{BBB45897-6C10-4A94-8D38-9A1927382A31}" destId="{0F9D76CF-9F20-4213-9374-48B7497A6C4E}" srcOrd="0" destOrd="0" parTransId="{A42E9DFA-C24B-4C23-9138-53389A437C52}" sibTransId="{4FBDB407-1495-480F-803F-F05D673DA9C9}"/>
    <dgm:cxn modelId="{2E5E3531-0977-4DB1-87DC-BBDEC5C2A718}" type="presOf" srcId="{0F9D76CF-9F20-4213-9374-48B7497A6C4E}" destId="{7B88F1CF-F2C4-47FF-8D97-4E8C90442EA6}" srcOrd="0" destOrd="0" presId="urn:microsoft.com/office/officeart/2018/2/layout/IconVerticalSolidList"/>
    <dgm:cxn modelId="{DC7BA933-966F-44A4-8A70-1B0A46FBB86A}" srcId="{A5721FB6-B391-484E-B375-613068E28FBF}" destId="{EF2AEEC7-36B8-43D2-AB33-FE951C56B470}" srcOrd="0" destOrd="0" parTransId="{4FD1305C-7FD1-4814-AE9E-7CF81FD2C5A4}" sibTransId="{496F063E-BB36-49DD-A321-4C9625851C4A}"/>
    <dgm:cxn modelId="{1D32825F-49CC-4585-83FA-55AEF13AE4BD}" type="presOf" srcId="{49AC0592-F639-4B37-80F5-5E843C780FD1}" destId="{EF8BF01F-3EFC-47B6-9360-A237CE761D40}" srcOrd="0" destOrd="0" presId="urn:microsoft.com/office/officeart/2018/2/layout/IconVerticalSolidList"/>
    <dgm:cxn modelId="{739B0A60-8BEA-4E5C-B231-016165D0E3CB}" srcId="{B786D797-FCC0-4079-9D53-DDC7B656FAB2}" destId="{2A1260CD-A9D5-4A73-9EB3-AB1CB76A8498}" srcOrd="0" destOrd="0" parTransId="{8A45B15B-15F4-4E46-950F-EBF196C947DA}" sibTransId="{C74D23A0-9BBC-4F08-B1A6-82F61535EA63}"/>
    <dgm:cxn modelId="{D26EB74C-25DE-404E-AFC3-48E294C595A6}" type="presOf" srcId="{21F8304F-FE4D-42E8-8676-DA7141C4069D}" destId="{19B8F9A7-7864-491E-8829-B6A27DE9E844}" srcOrd="0" destOrd="0" presId="urn:microsoft.com/office/officeart/2018/2/layout/IconVerticalSolidList"/>
    <dgm:cxn modelId="{E8E15779-29D9-4C4A-91DC-C62F818ADEB0}" srcId="{D7A099C9-C8DD-45D1-A56A-9FB81479C77B}" destId="{21F8304F-FE4D-42E8-8676-DA7141C4069D}" srcOrd="0" destOrd="0" parTransId="{34EC5898-ABE3-4FEF-96AC-ED806B198E64}" sibTransId="{EDB3BB14-43F8-426D-8CF5-371EAFCFE1DB}"/>
    <dgm:cxn modelId="{1E28B085-CDB5-4F20-82FD-6431765D3A09}" type="presOf" srcId="{1A10159C-D5A3-4C5F-8034-540DDB933430}" destId="{4854FFF3-7269-443C-984F-FA6DFFC8FF16}" srcOrd="0" destOrd="0" presId="urn:microsoft.com/office/officeart/2018/2/layout/IconVerticalSolidList"/>
    <dgm:cxn modelId="{7A43C785-EFC7-41A3-8B3F-1FA9E9171853}" type="presOf" srcId="{9AA1B45B-B4AB-4483-8C4F-E7BB5C5B2EE5}" destId="{F44D988E-456B-43E5-8BB0-252E387DE3A4}" srcOrd="0" destOrd="0" presId="urn:microsoft.com/office/officeart/2018/2/layout/IconVerticalSolidList"/>
    <dgm:cxn modelId="{DA113491-5D52-480B-9543-DC9CEF0CA503}" type="presOf" srcId="{B786D797-FCC0-4079-9D53-DDC7B656FAB2}" destId="{47D269BB-9A2A-43C1-B427-1C8354F6CDDC}" srcOrd="0" destOrd="0" presId="urn:microsoft.com/office/officeart/2018/2/layout/IconVerticalSolidList"/>
    <dgm:cxn modelId="{7C06FC93-FD65-4B5A-89A8-3E27E7B667AA}" type="presOf" srcId="{BBB45897-6C10-4A94-8D38-9A1927382A31}" destId="{CC39B549-2262-4403-9BB1-343023576534}" srcOrd="0" destOrd="0" presId="urn:microsoft.com/office/officeart/2018/2/layout/IconVerticalSolidList"/>
    <dgm:cxn modelId="{1BBC2195-376E-47F4-9D90-35C31AE50395}" srcId="{EF2AEEC7-36B8-43D2-AB33-FE951C56B470}" destId="{74FC3F8B-51E8-4810-9EB0-88B6715591D8}" srcOrd="0" destOrd="0" parTransId="{925D910C-4A81-47C5-BAFF-191FF5BD62CF}" sibTransId="{66111F5B-DE9B-458D-A509-3E235694E5D2}"/>
    <dgm:cxn modelId="{C359A9A6-C3E7-4D0A-9BAB-3AF7533AEFB0}" type="presOf" srcId="{264CDD12-3D38-45FE-829D-6CC2F5251C3E}" destId="{54DF4B07-C1A8-4721-918C-E357EFFD7B3F}" srcOrd="0" destOrd="0" presId="urn:microsoft.com/office/officeart/2018/2/layout/IconVerticalSolidList"/>
    <dgm:cxn modelId="{CB1773AB-54F1-4DAD-A32F-C7FCE8B34E2A}" type="presOf" srcId="{A5721FB6-B391-484E-B375-613068E28FBF}" destId="{E6E727A6-1CDE-42B1-8335-C7C81E77440A}" srcOrd="0" destOrd="0" presId="urn:microsoft.com/office/officeart/2018/2/layout/IconVerticalSolidList"/>
    <dgm:cxn modelId="{B3F723B7-2FE0-4729-93A7-B312155B08B6}" srcId="{A5721FB6-B391-484E-B375-613068E28FBF}" destId="{1A10159C-D5A3-4C5F-8034-540DDB933430}" srcOrd="1" destOrd="0" parTransId="{FDC54FA2-49B2-437C-9DAB-417ED5E45162}" sibTransId="{CBCEB77D-684B-4EE9-AB5D-7BE8A3C4FAA5}"/>
    <dgm:cxn modelId="{5242D1B9-C5DD-4C04-B489-B6F4DFEBCE89}" srcId="{A5721FB6-B391-484E-B375-613068E28FBF}" destId="{D7A099C9-C8DD-45D1-A56A-9FB81479C77B}" srcOrd="3" destOrd="0" parTransId="{12DB43AB-A3BE-4552-AEA3-91997E257449}" sibTransId="{EAA7BBB3-803B-48CE-96DE-14A4F8BA2369}"/>
    <dgm:cxn modelId="{5708A8C0-2D7C-44F3-98AC-6DD7B5F0F4F2}" srcId="{A5721FB6-B391-484E-B375-613068E28FBF}" destId="{BBB45897-6C10-4A94-8D38-9A1927382A31}" srcOrd="5" destOrd="0" parTransId="{385870F6-66F6-4897-96CD-BE3FACA373A9}" sibTransId="{E413EB49-DD88-41AD-85BA-66D31902528F}"/>
    <dgm:cxn modelId="{976ADAC1-7856-4B91-A34E-C31C0FE21243}" type="presOf" srcId="{D7A099C9-C8DD-45D1-A56A-9FB81479C77B}" destId="{A0C0580F-12C3-4398-BEED-201F69AED64B}" srcOrd="0" destOrd="0" presId="urn:microsoft.com/office/officeart/2018/2/layout/IconVerticalSolidList"/>
    <dgm:cxn modelId="{66725AC6-FF4D-4238-85B0-B41B9567B8A0}" srcId="{A5721FB6-B391-484E-B375-613068E28FBF}" destId="{49AC0592-F639-4B37-80F5-5E843C780FD1}" srcOrd="4" destOrd="0" parTransId="{A247AE9F-799C-4B64-9C17-3AA2B0555151}" sibTransId="{43E53886-4A1A-4742-B928-BA2A86A7DDF3}"/>
    <dgm:cxn modelId="{6D1B51CA-290D-46F4-A776-A2CE229F1925}" srcId="{49AC0592-F639-4B37-80F5-5E843C780FD1}" destId="{9AA1B45B-B4AB-4483-8C4F-E7BB5C5B2EE5}" srcOrd="0" destOrd="0" parTransId="{F87391AC-B5C0-4F1E-955F-CFBD880C64BF}" sibTransId="{98EBFF1D-73F3-418D-8405-90BB50066BB8}"/>
    <dgm:cxn modelId="{FCE98ECC-DEA4-4BD1-993B-E8A72A958FFB}" srcId="{A5721FB6-B391-484E-B375-613068E28FBF}" destId="{B786D797-FCC0-4079-9D53-DDC7B656FAB2}" srcOrd="2" destOrd="0" parTransId="{F3E71845-023A-4DEF-B7FE-01AD6563B151}" sibTransId="{06FE3F04-5973-4915-AE3A-B482F7652EEF}"/>
    <dgm:cxn modelId="{CCD326DA-8CAD-44AB-8419-4A7151B49A2C}" type="presOf" srcId="{EF2AEEC7-36B8-43D2-AB33-FE951C56B470}" destId="{B343D454-4AA3-43B3-A539-E833DF8D80F7}" srcOrd="0" destOrd="0" presId="urn:microsoft.com/office/officeart/2018/2/layout/IconVerticalSolidList"/>
    <dgm:cxn modelId="{E8AB48DE-5804-425D-82F6-BB8ED8B0D6DC}" srcId="{1A10159C-D5A3-4C5F-8034-540DDB933430}" destId="{264CDD12-3D38-45FE-829D-6CC2F5251C3E}" srcOrd="0" destOrd="0" parTransId="{691907F9-70E8-495D-8EA3-E4C24A1AB652}" sibTransId="{CF634D27-1DE9-4D98-AD38-6C2D8D2B38AF}"/>
    <dgm:cxn modelId="{3F29D9FB-6E7B-47F9-9876-24C77A8E94F0}" type="presParOf" srcId="{E6E727A6-1CDE-42B1-8335-C7C81E77440A}" destId="{9CD8B2B7-BA79-4DA8-8ABF-A7D79D538B80}" srcOrd="0" destOrd="0" presId="urn:microsoft.com/office/officeart/2018/2/layout/IconVerticalSolidList"/>
    <dgm:cxn modelId="{BA9D3BD8-0B4E-4961-BF4D-242895F43A0E}" type="presParOf" srcId="{9CD8B2B7-BA79-4DA8-8ABF-A7D79D538B80}" destId="{C36FD2B1-5850-4FBD-BA49-E2487E5D764F}" srcOrd="0" destOrd="0" presId="urn:microsoft.com/office/officeart/2018/2/layout/IconVerticalSolidList"/>
    <dgm:cxn modelId="{E80FFD45-611A-4160-B48C-992361184167}" type="presParOf" srcId="{9CD8B2B7-BA79-4DA8-8ABF-A7D79D538B80}" destId="{7E0ED854-9798-4A41-8BB1-0AF3F7629664}" srcOrd="1" destOrd="0" presId="urn:microsoft.com/office/officeart/2018/2/layout/IconVerticalSolidList"/>
    <dgm:cxn modelId="{A1AE3E9C-D03B-4B35-B568-029EFCBD5137}" type="presParOf" srcId="{9CD8B2B7-BA79-4DA8-8ABF-A7D79D538B80}" destId="{A675ABBE-2155-489D-8639-033F07D54E4B}" srcOrd="2" destOrd="0" presId="urn:microsoft.com/office/officeart/2018/2/layout/IconVerticalSolidList"/>
    <dgm:cxn modelId="{CB6062D2-7703-4A39-822D-3683A40D1876}" type="presParOf" srcId="{9CD8B2B7-BA79-4DA8-8ABF-A7D79D538B80}" destId="{B343D454-4AA3-43B3-A539-E833DF8D80F7}" srcOrd="3" destOrd="0" presId="urn:microsoft.com/office/officeart/2018/2/layout/IconVerticalSolidList"/>
    <dgm:cxn modelId="{04E28281-4468-4322-8330-300084BCE245}" type="presParOf" srcId="{9CD8B2B7-BA79-4DA8-8ABF-A7D79D538B80}" destId="{C8C28CC8-60E7-42A8-8302-A497C7CFFFF2}" srcOrd="4" destOrd="0" presId="urn:microsoft.com/office/officeart/2018/2/layout/IconVerticalSolidList"/>
    <dgm:cxn modelId="{EF872614-3132-4554-9FF1-C1321161A4F5}" type="presParOf" srcId="{E6E727A6-1CDE-42B1-8335-C7C81E77440A}" destId="{FFCA88AE-3338-4606-9C90-DFF2667DB702}" srcOrd="1" destOrd="0" presId="urn:microsoft.com/office/officeart/2018/2/layout/IconVerticalSolidList"/>
    <dgm:cxn modelId="{64656AF5-B62D-4CF0-9616-0A504EB9C4BA}" type="presParOf" srcId="{E6E727A6-1CDE-42B1-8335-C7C81E77440A}" destId="{A21FD90D-57BB-424E-866B-089D9449DFD1}" srcOrd="2" destOrd="0" presId="urn:microsoft.com/office/officeart/2018/2/layout/IconVerticalSolidList"/>
    <dgm:cxn modelId="{9984437E-6504-4BF1-A13A-C4276B66EA8D}" type="presParOf" srcId="{A21FD90D-57BB-424E-866B-089D9449DFD1}" destId="{BD7BD426-96BC-46B6-83A4-7194DFD5D9A9}" srcOrd="0" destOrd="0" presId="urn:microsoft.com/office/officeart/2018/2/layout/IconVerticalSolidList"/>
    <dgm:cxn modelId="{E83E6A44-40DB-420E-AAA6-55E9E37FD55F}" type="presParOf" srcId="{A21FD90D-57BB-424E-866B-089D9449DFD1}" destId="{2641E231-198D-46BF-8CBE-8031D416BC17}" srcOrd="1" destOrd="0" presId="urn:microsoft.com/office/officeart/2018/2/layout/IconVerticalSolidList"/>
    <dgm:cxn modelId="{B8B71E08-50BC-405C-93E1-6E9E5FDC0E0C}" type="presParOf" srcId="{A21FD90D-57BB-424E-866B-089D9449DFD1}" destId="{4A5B766A-B1A7-44C7-A77F-CBD7298BEC1E}" srcOrd="2" destOrd="0" presId="urn:microsoft.com/office/officeart/2018/2/layout/IconVerticalSolidList"/>
    <dgm:cxn modelId="{8279444A-FB0C-482D-B643-5DD0261A227B}" type="presParOf" srcId="{A21FD90D-57BB-424E-866B-089D9449DFD1}" destId="{4854FFF3-7269-443C-984F-FA6DFFC8FF16}" srcOrd="3" destOrd="0" presId="urn:microsoft.com/office/officeart/2018/2/layout/IconVerticalSolidList"/>
    <dgm:cxn modelId="{18CB289B-624A-47C8-BAB7-12D78B4C4404}" type="presParOf" srcId="{A21FD90D-57BB-424E-866B-089D9449DFD1}" destId="{54DF4B07-C1A8-4721-918C-E357EFFD7B3F}" srcOrd="4" destOrd="0" presId="urn:microsoft.com/office/officeart/2018/2/layout/IconVerticalSolidList"/>
    <dgm:cxn modelId="{7F81F7A5-0190-44A3-9D8B-30ED83807B5D}" type="presParOf" srcId="{E6E727A6-1CDE-42B1-8335-C7C81E77440A}" destId="{341235CF-C91A-4988-A368-98D74CA2C589}" srcOrd="3" destOrd="0" presId="urn:microsoft.com/office/officeart/2018/2/layout/IconVerticalSolidList"/>
    <dgm:cxn modelId="{C3A880B2-E4F7-409F-8B51-BA39B186A610}" type="presParOf" srcId="{E6E727A6-1CDE-42B1-8335-C7C81E77440A}" destId="{A0FC76E4-7244-42D4-A4B4-C729E379DD3A}" srcOrd="4" destOrd="0" presId="urn:microsoft.com/office/officeart/2018/2/layout/IconVerticalSolidList"/>
    <dgm:cxn modelId="{D01D125C-F3C2-4117-B4F9-CB2F799C2504}" type="presParOf" srcId="{A0FC76E4-7244-42D4-A4B4-C729E379DD3A}" destId="{BF8F87CF-E2F7-47CE-A469-2106D2E68445}" srcOrd="0" destOrd="0" presId="urn:microsoft.com/office/officeart/2018/2/layout/IconVerticalSolidList"/>
    <dgm:cxn modelId="{A481C370-5171-493A-BBF6-41C4045D1B5E}" type="presParOf" srcId="{A0FC76E4-7244-42D4-A4B4-C729E379DD3A}" destId="{28368563-95BC-4099-BB91-70ACC6C96CFD}" srcOrd="1" destOrd="0" presId="urn:microsoft.com/office/officeart/2018/2/layout/IconVerticalSolidList"/>
    <dgm:cxn modelId="{A2146662-2538-4200-9974-CB89AE8BC54D}" type="presParOf" srcId="{A0FC76E4-7244-42D4-A4B4-C729E379DD3A}" destId="{F145283B-FC9B-4318-A56F-022BC5BD3D93}" srcOrd="2" destOrd="0" presId="urn:microsoft.com/office/officeart/2018/2/layout/IconVerticalSolidList"/>
    <dgm:cxn modelId="{2F200186-0CAF-4C5D-97D1-CD2A66DF5BB9}" type="presParOf" srcId="{A0FC76E4-7244-42D4-A4B4-C729E379DD3A}" destId="{47D269BB-9A2A-43C1-B427-1C8354F6CDDC}" srcOrd="3" destOrd="0" presId="urn:microsoft.com/office/officeart/2018/2/layout/IconVerticalSolidList"/>
    <dgm:cxn modelId="{C83117EF-F6F8-472B-AEFC-BCCC6FE35011}" type="presParOf" srcId="{A0FC76E4-7244-42D4-A4B4-C729E379DD3A}" destId="{5D808213-5AC5-4A06-8A4D-C38DC5354DFB}" srcOrd="4" destOrd="0" presId="urn:microsoft.com/office/officeart/2018/2/layout/IconVerticalSolidList"/>
    <dgm:cxn modelId="{3082F811-FE52-4AAC-89FC-A377AD8BF239}" type="presParOf" srcId="{E6E727A6-1CDE-42B1-8335-C7C81E77440A}" destId="{18657095-7168-46A7-B050-838E4D4E4055}" srcOrd="5" destOrd="0" presId="urn:microsoft.com/office/officeart/2018/2/layout/IconVerticalSolidList"/>
    <dgm:cxn modelId="{BB504BFE-42CB-4A5E-868A-F741C264F64F}" type="presParOf" srcId="{E6E727A6-1CDE-42B1-8335-C7C81E77440A}" destId="{7825E455-8FE0-4B74-BDA7-FE8FF102C258}" srcOrd="6" destOrd="0" presId="urn:microsoft.com/office/officeart/2018/2/layout/IconVerticalSolidList"/>
    <dgm:cxn modelId="{2A6744E8-CDA4-426E-AAD5-4666837E6ABB}" type="presParOf" srcId="{7825E455-8FE0-4B74-BDA7-FE8FF102C258}" destId="{E80A6229-E4D3-494C-AB20-524CC704ACA9}" srcOrd="0" destOrd="0" presId="urn:microsoft.com/office/officeart/2018/2/layout/IconVerticalSolidList"/>
    <dgm:cxn modelId="{8D938B97-C4A6-4431-A12C-AB4049797BA3}" type="presParOf" srcId="{7825E455-8FE0-4B74-BDA7-FE8FF102C258}" destId="{6EAB13BF-AEFA-41F1-A244-C72B8AE8A7D7}" srcOrd="1" destOrd="0" presId="urn:microsoft.com/office/officeart/2018/2/layout/IconVerticalSolidList"/>
    <dgm:cxn modelId="{920BE7BB-5CDC-466D-8600-57A0E2F7C836}" type="presParOf" srcId="{7825E455-8FE0-4B74-BDA7-FE8FF102C258}" destId="{62A0111F-6C05-4A81-BEDE-4B0718DA48F8}" srcOrd="2" destOrd="0" presId="urn:microsoft.com/office/officeart/2018/2/layout/IconVerticalSolidList"/>
    <dgm:cxn modelId="{E7479126-B7FC-4237-B488-E498151F8526}" type="presParOf" srcId="{7825E455-8FE0-4B74-BDA7-FE8FF102C258}" destId="{A0C0580F-12C3-4398-BEED-201F69AED64B}" srcOrd="3" destOrd="0" presId="urn:microsoft.com/office/officeart/2018/2/layout/IconVerticalSolidList"/>
    <dgm:cxn modelId="{A245917A-5749-44B0-88CB-557FA8DAD4B4}" type="presParOf" srcId="{7825E455-8FE0-4B74-BDA7-FE8FF102C258}" destId="{19B8F9A7-7864-491E-8829-B6A27DE9E844}" srcOrd="4" destOrd="0" presId="urn:microsoft.com/office/officeart/2018/2/layout/IconVerticalSolidList"/>
    <dgm:cxn modelId="{15B3BB59-D699-4753-B4CA-1E9BC3E83588}" type="presParOf" srcId="{E6E727A6-1CDE-42B1-8335-C7C81E77440A}" destId="{689516AB-028B-41E4-BB3C-C94150F7BB72}" srcOrd="7" destOrd="0" presId="urn:microsoft.com/office/officeart/2018/2/layout/IconVerticalSolidList"/>
    <dgm:cxn modelId="{50E0A85C-2C9A-43E8-8156-FAE2C1832847}" type="presParOf" srcId="{E6E727A6-1CDE-42B1-8335-C7C81E77440A}" destId="{B39A2485-41C7-4D10-88C3-D839D9DDD386}" srcOrd="8" destOrd="0" presId="urn:microsoft.com/office/officeart/2018/2/layout/IconVerticalSolidList"/>
    <dgm:cxn modelId="{0601AAC5-D866-4F1A-A516-F90B007C2E76}" type="presParOf" srcId="{B39A2485-41C7-4D10-88C3-D839D9DDD386}" destId="{87B25E84-9D98-4E86-9B56-BB25BAC19C9F}" srcOrd="0" destOrd="0" presId="urn:microsoft.com/office/officeart/2018/2/layout/IconVerticalSolidList"/>
    <dgm:cxn modelId="{0F9344C2-3613-4DE0-9245-F33E103EB8EE}" type="presParOf" srcId="{B39A2485-41C7-4D10-88C3-D839D9DDD386}" destId="{878A3552-AD07-4A7A-BFF3-4DB3851E2992}" srcOrd="1" destOrd="0" presId="urn:microsoft.com/office/officeart/2018/2/layout/IconVerticalSolidList"/>
    <dgm:cxn modelId="{71EBAC5F-AA26-4CE6-A903-43522C85D821}" type="presParOf" srcId="{B39A2485-41C7-4D10-88C3-D839D9DDD386}" destId="{8016E483-9402-41C6-AF3F-9624BC319829}" srcOrd="2" destOrd="0" presId="urn:microsoft.com/office/officeart/2018/2/layout/IconVerticalSolidList"/>
    <dgm:cxn modelId="{F911124A-5527-42F4-B631-6751954D6F9A}" type="presParOf" srcId="{B39A2485-41C7-4D10-88C3-D839D9DDD386}" destId="{EF8BF01F-3EFC-47B6-9360-A237CE761D40}" srcOrd="3" destOrd="0" presId="urn:microsoft.com/office/officeart/2018/2/layout/IconVerticalSolidList"/>
    <dgm:cxn modelId="{B2EE9532-E56C-4603-8DE2-CD3024DF1FD6}" type="presParOf" srcId="{B39A2485-41C7-4D10-88C3-D839D9DDD386}" destId="{F44D988E-456B-43E5-8BB0-252E387DE3A4}" srcOrd="4" destOrd="0" presId="urn:microsoft.com/office/officeart/2018/2/layout/IconVerticalSolidList"/>
    <dgm:cxn modelId="{5E3A5564-893E-4C0D-92A4-E4964DBFC81E}" type="presParOf" srcId="{E6E727A6-1CDE-42B1-8335-C7C81E77440A}" destId="{1895CC01-2349-47E7-B39F-8195F0F2DBF3}" srcOrd="9" destOrd="0" presId="urn:microsoft.com/office/officeart/2018/2/layout/IconVerticalSolidList"/>
    <dgm:cxn modelId="{13D63D74-00B8-4923-B3BE-DB925170AA6F}" type="presParOf" srcId="{E6E727A6-1CDE-42B1-8335-C7C81E77440A}" destId="{AB05457B-8EC9-4F56-A46D-B481D2D69192}" srcOrd="10" destOrd="0" presId="urn:microsoft.com/office/officeart/2018/2/layout/IconVerticalSolidList"/>
    <dgm:cxn modelId="{DDE6130F-94F9-4217-BCCC-74AFB3BD2F04}" type="presParOf" srcId="{AB05457B-8EC9-4F56-A46D-B481D2D69192}" destId="{2AF8EE8C-5CB8-40E0-BF7F-A472E2D8CE05}" srcOrd="0" destOrd="0" presId="urn:microsoft.com/office/officeart/2018/2/layout/IconVerticalSolidList"/>
    <dgm:cxn modelId="{7C364807-4424-412F-949D-EFEA09EA9AFE}" type="presParOf" srcId="{AB05457B-8EC9-4F56-A46D-B481D2D69192}" destId="{162D4BBF-0C04-44C2-A284-255D626E2590}" srcOrd="1" destOrd="0" presId="urn:microsoft.com/office/officeart/2018/2/layout/IconVerticalSolidList"/>
    <dgm:cxn modelId="{BCB2C405-23F4-4191-8473-2ACDDFC23902}" type="presParOf" srcId="{AB05457B-8EC9-4F56-A46D-B481D2D69192}" destId="{91D1FA1E-CABB-44F5-9F27-AC121FA3B53B}" srcOrd="2" destOrd="0" presId="urn:microsoft.com/office/officeart/2018/2/layout/IconVerticalSolidList"/>
    <dgm:cxn modelId="{3FD3B9B5-74F6-45C5-8A06-7D73A8CE273C}" type="presParOf" srcId="{AB05457B-8EC9-4F56-A46D-B481D2D69192}" destId="{CC39B549-2262-4403-9BB1-343023576534}" srcOrd="3" destOrd="0" presId="urn:microsoft.com/office/officeart/2018/2/layout/IconVerticalSolidList"/>
    <dgm:cxn modelId="{59076F9C-92E5-435E-8C9D-3C656F8B8B0B}" type="presParOf" srcId="{AB05457B-8EC9-4F56-A46D-B481D2D69192}" destId="{7B88F1CF-F2C4-47FF-8D97-4E8C90442EA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349E62-519B-4BC0-8ACB-ECAF8045F7C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62757C-E435-458D-A48F-88040FAA040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1. You receive an email from support@microsoft-helpdesk.net saying your Office 365 subscription has expired. It asks you to click a link and enter your work email and password within 24 hours. </a:t>
          </a:r>
          <a:endParaRPr lang="en-US" dirty="0"/>
        </a:p>
      </dgm:t>
    </dgm:pt>
    <dgm:pt modelId="{5ACF1259-7370-4F77-8062-6A56ECB1B955}" type="parTrans" cxnId="{EF7D49D9-EEEA-44C7-AEE7-77B337B2EE41}">
      <dgm:prSet/>
      <dgm:spPr/>
      <dgm:t>
        <a:bodyPr/>
        <a:lstStyle/>
        <a:p>
          <a:endParaRPr lang="en-US"/>
        </a:p>
      </dgm:t>
    </dgm:pt>
    <dgm:pt modelId="{4E0B6FA3-68DE-4C4F-89D8-9842CB36D120}" type="sibTrans" cxnId="{EF7D49D9-EEEA-44C7-AEE7-77B337B2EE41}">
      <dgm:prSet/>
      <dgm:spPr/>
      <dgm:t>
        <a:bodyPr/>
        <a:lstStyle/>
        <a:p>
          <a:endParaRPr lang="en-US"/>
        </a:p>
      </dgm:t>
    </dgm:pt>
    <dgm:pt modelId="{BB296685-DB02-4720-9019-E26090D9F6D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2. A person in a hi-vis jacket is standing at your office door with a large box. They say: “Can you just hold the door? My hands are full.” They have no visitor badge. </a:t>
          </a:r>
          <a:endParaRPr lang="en-US"/>
        </a:p>
      </dgm:t>
    </dgm:pt>
    <dgm:pt modelId="{739E316E-C307-4466-B120-93050B9D6DE4}" type="parTrans" cxnId="{E9BE0CC3-059B-4B73-B5A6-4F3478FF0078}">
      <dgm:prSet/>
      <dgm:spPr/>
      <dgm:t>
        <a:bodyPr/>
        <a:lstStyle/>
        <a:p>
          <a:endParaRPr lang="en-US"/>
        </a:p>
      </dgm:t>
    </dgm:pt>
    <dgm:pt modelId="{35FD78E8-4EC0-4255-8E80-4CD888DD477E}" type="sibTrans" cxnId="{E9BE0CC3-059B-4B73-B5A6-4F3478FF0078}">
      <dgm:prSet/>
      <dgm:spPr/>
      <dgm:t>
        <a:bodyPr/>
        <a:lstStyle/>
        <a:p>
          <a:endParaRPr lang="en-US"/>
        </a:p>
      </dgm:t>
    </dgm:pt>
    <dgm:pt modelId="{7F860278-4D4C-43DB-9CE9-DF9261536D7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3. You get a call: “Hi, this is John from IT. We’ve detected a virus on your computer. I need to access it remotely to fix it. Can you give me your login details?”</a:t>
          </a:r>
          <a:endParaRPr lang="en-US"/>
        </a:p>
      </dgm:t>
    </dgm:pt>
    <dgm:pt modelId="{B5880916-B9B9-46CE-9665-776ACCFEB8D9}" type="parTrans" cxnId="{E486F1E6-403D-4912-9BD6-F339174B1B26}">
      <dgm:prSet/>
      <dgm:spPr/>
      <dgm:t>
        <a:bodyPr/>
        <a:lstStyle/>
        <a:p>
          <a:endParaRPr lang="en-US"/>
        </a:p>
      </dgm:t>
    </dgm:pt>
    <dgm:pt modelId="{898229AF-1C27-474D-AC09-2695F22B3B40}" type="sibTrans" cxnId="{E486F1E6-403D-4912-9BD6-F339174B1B26}">
      <dgm:prSet/>
      <dgm:spPr/>
      <dgm:t>
        <a:bodyPr/>
        <a:lstStyle/>
        <a:p>
          <a:endParaRPr lang="en-US"/>
        </a:p>
      </dgm:t>
    </dgm:pt>
    <dgm:pt modelId="{895591DA-1222-4EAC-ABB1-45EE5697E6DD}" type="pres">
      <dgm:prSet presAssocID="{65349E62-519B-4BC0-8ACB-ECAF8045F7C9}" presName="vert0" presStyleCnt="0">
        <dgm:presLayoutVars>
          <dgm:dir/>
          <dgm:animOne val="branch"/>
          <dgm:animLvl val="lvl"/>
        </dgm:presLayoutVars>
      </dgm:prSet>
      <dgm:spPr/>
    </dgm:pt>
    <dgm:pt modelId="{92714008-89DC-4B81-A41F-33C4111926C4}" type="pres">
      <dgm:prSet presAssocID="{1D62757C-E435-458D-A48F-88040FAA0404}" presName="thickLine" presStyleLbl="alignNode1" presStyleIdx="0" presStyleCnt="3"/>
      <dgm:spPr/>
    </dgm:pt>
    <dgm:pt modelId="{7F14F63F-A827-4BDD-AD63-684EFBE9CF8D}" type="pres">
      <dgm:prSet presAssocID="{1D62757C-E435-458D-A48F-88040FAA0404}" presName="horz1" presStyleCnt="0"/>
      <dgm:spPr/>
    </dgm:pt>
    <dgm:pt modelId="{93BFDE0D-E39E-4635-8D32-7489FFBC6071}" type="pres">
      <dgm:prSet presAssocID="{1D62757C-E435-458D-A48F-88040FAA0404}" presName="tx1" presStyleLbl="revTx" presStyleIdx="0" presStyleCnt="3" custLinFactNeighborX="11" custLinFactNeighborY="-1653"/>
      <dgm:spPr/>
    </dgm:pt>
    <dgm:pt modelId="{3314153C-3D3F-47F6-BCC7-B411B68A2AE6}" type="pres">
      <dgm:prSet presAssocID="{1D62757C-E435-458D-A48F-88040FAA0404}" presName="vert1" presStyleCnt="0"/>
      <dgm:spPr/>
    </dgm:pt>
    <dgm:pt modelId="{201AC178-68BA-4812-AEA9-423DBF170465}" type="pres">
      <dgm:prSet presAssocID="{BB296685-DB02-4720-9019-E26090D9F6D2}" presName="thickLine" presStyleLbl="alignNode1" presStyleIdx="1" presStyleCnt="3"/>
      <dgm:spPr/>
    </dgm:pt>
    <dgm:pt modelId="{2CCD8F62-16E6-4883-B54F-B4C310B05387}" type="pres">
      <dgm:prSet presAssocID="{BB296685-DB02-4720-9019-E26090D9F6D2}" presName="horz1" presStyleCnt="0"/>
      <dgm:spPr/>
    </dgm:pt>
    <dgm:pt modelId="{C7488EE5-D52F-4F05-86F4-C7A8DB4896AA}" type="pres">
      <dgm:prSet presAssocID="{BB296685-DB02-4720-9019-E26090D9F6D2}" presName="tx1" presStyleLbl="revTx" presStyleIdx="1" presStyleCnt="3"/>
      <dgm:spPr/>
    </dgm:pt>
    <dgm:pt modelId="{670CC0EC-9EB7-46DF-9D9B-7C0F502D8F2A}" type="pres">
      <dgm:prSet presAssocID="{BB296685-DB02-4720-9019-E26090D9F6D2}" presName="vert1" presStyleCnt="0"/>
      <dgm:spPr/>
    </dgm:pt>
    <dgm:pt modelId="{716F780E-EDE1-4513-B622-389B9CA56C6A}" type="pres">
      <dgm:prSet presAssocID="{7F860278-4D4C-43DB-9CE9-DF9261536D74}" presName="thickLine" presStyleLbl="alignNode1" presStyleIdx="2" presStyleCnt="3"/>
      <dgm:spPr/>
    </dgm:pt>
    <dgm:pt modelId="{BA2F544E-1C3A-4379-9569-2984FDFC0E34}" type="pres">
      <dgm:prSet presAssocID="{7F860278-4D4C-43DB-9CE9-DF9261536D74}" presName="horz1" presStyleCnt="0"/>
      <dgm:spPr/>
    </dgm:pt>
    <dgm:pt modelId="{3F394E90-B271-4363-B376-E3286464DEF2}" type="pres">
      <dgm:prSet presAssocID="{7F860278-4D4C-43DB-9CE9-DF9261536D74}" presName="tx1" presStyleLbl="revTx" presStyleIdx="2" presStyleCnt="3"/>
      <dgm:spPr/>
    </dgm:pt>
    <dgm:pt modelId="{0830F2A2-C513-45AF-AEA2-FE3BBA61E212}" type="pres">
      <dgm:prSet presAssocID="{7F860278-4D4C-43DB-9CE9-DF9261536D74}" presName="vert1" presStyleCnt="0"/>
      <dgm:spPr/>
    </dgm:pt>
  </dgm:ptLst>
  <dgm:cxnLst>
    <dgm:cxn modelId="{52E4A871-EED4-4D7D-B3E1-5ADB0F1C72C6}" type="presOf" srcId="{65349E62-519B-4BC0-8ACB-ECAF8045F7C9}" destId="{895591DA-1222-4EAC-ABB1-45EE5697E6DD}" srcOrd="0" destOrd="0" presId="urn:microsoft.com/office/officeart/2008/layout/LinedList"/>
    <dgm:cxn modelId="{61C6DB82-F3C3-45BD-97CB-35B962B47DD9}" type="presOf" srcId="{BB296685-DB02-4720-9019-E26090D9F6D2}" destId="{C7488EE5-D52F-4F05-86F4-C7A8DB4896AA}" srcOrd="0" destOrd="0" presId="urn:microsoft.com/office/officeart/2008/layout/LinedList"/>
    <dgm:cxn modelId="{E9BE0CC3-059B-4B73-B5A6-4F3478FF0078}" srcId="{65349E62-519B-4BC0-8ACB-ECAF8045F7C9}" destId="{BB296685-DB02-4720-9019-E26090D9F6D2}" srcOrd="1" destOrd="0" parTransId="{739E316E-C307-4466-B120-93050B9D6DE4}" sibTransId="{35FD78E8-4EC0-4255-8E80-4CD888DD477E}"/>
    <dgm:cxn modelId="{154841C8-093E-4AF4-A3FA-7A081A7368CE}" type="presOf" srcId="{7F860278-4D4C-43DB-9CE9-DF9261536D74}" destId="{3F394E90-B271-4363-B376-E3286464DEF2}" srcOrd="0" destOrd="0" presId="urn:microsoft.com/office/officeart/2008/layout/LinedList"/>
    <dgm:cxn modelId="{EF7D49D9-EEEA-44C7-AEE7-77B337B2EE41}" srcId="{65349E62-519B-4BC0-8ACB-ECAF8045F7C9}" destId="{1D62757C-E435-458D-A48F-88040FAA0404}" srcOrd="0" destOrd="0" parTransId="{5ACF1259-7370-4F77-8062-6A56ECB1B955}" sibTransId="{4E0B6FA3-68DE-4C4F-89D8-9842CB36D120}"/>
    <dgm:cxn modelId="{882D71DF-C2C5-49F1-82A2-C4DECCE76D45}" type="presOf" srcId="{1D62757C-E435-458D-A48F-88040FAA0404}" destId="{93BFDE0D-E39E-4635-8D32-7489FFBC6071}" srcOrd="0" destOrd="0" presId="urn:microsoft.com/office/officeart/2008/layout/LinedList"/>
    <dgm:cxn modelId="{E486F1E6-403D-4912-9BD6-F339174B1B26}" srcId="{65349E62-519B-4BC0-8ACB-ECAF8045F7C9}" destId="{7F860278-4D4C-43DB-9CE9-DF9261536D74}" srcOrd="2" destOrd="0" parTransId="{B5880916-B9B9-46CE-9665-776ACCFEB8D9}" sibTransId="{898229AF-1C27-474D-AC09-2695F22B3B40}"/>
    <dgm:cxn modelId="{EB6F9F31-4A13-4142-BCDF-36B736F9197F}" type="presParOf" srcId="{895591DA-1222-4EAC-ABB1-45EE5697E6DD}" destId="{92714008-89DC-4B81-A41F-33C4111926C4}" srcOrd="0" destOrd="0" presId="urn:microsoft.com/office/officeart/2008/layout/LinedList"/>
    <dgm:cxn modelId="{7364F810-3479-4E96-8C72-C7CF1E8652B5}" type="presParOf" srcId="{895591DA-1222-4EAC-ABB1-45EE5697E6DD}" destId="{7F14F63F-A827-4BDD-AD63-684EFBE9CF8D}" srcOrd="1" destOrd="0" presId="urn:microsoft.com/office/officeart/2008/layout/LinedList"/>
    <dgm:cxn modelId="{298D36B4-AFE3-4168-9AB3-B0A4CBE3A448}" type="presParOf" srcId="{7F14F63F-A827-4BDD-AD63-684EFBE9CF8D}" destId="{93BFDE0D-E39E-4635-8D32-7489FFBC6071}" srcOrd="0" destOrd="0" presId="urn:microsoft.com/office/officeart/2008/layout/LinedList"/>
    <dgm:cxn modelId="{1A698563-BD5A-47B6-9FC7-7BFD7314E35E}" type="presParOf" srcId="{7F14F63F-A827-4BDD-AD63-684EFBE9CF8D}" destId="{3314153C-3D3F-47F6-BCC7-B411B68A2AE6}" srcOrd="1" destOrd="0" presId="urn:microsoft.com/office/officeart/2008/layout/LinedList"/>
    <dgm:cxn modelId="{B0887A42-D5F1-4F09-A6D9-F223E2368434}" type="presParOf" srcId="{895591DA-1222-4EAC-ABB1-45EE5697E6DD}" destId="{201AC178-68BA-4812-AEA9-423DBF170465}" srcOrd="2" destOrd="0" presId="urn:microsoft.com/office/officeart/2008/layout/LinedList"/>
    <dgm:cxn modelId="{F3D6D72F-7452-4B3D-84FB-CBA5B9F4C24A}" type="presParOf" srcId="{895591DA-1222-4EAC-ABB1-45EE5697E6DD}" destId="{2CCD8F62-16E6-4883-B54F-B4C310B05387}" srcOrd="3" destOrd="0" presId="urn:microsoft.com/office/officeart/2008/layout/LinedList"/>
    <dgm:cxn modelId="{5710EE82-649C-4F07-BD2B-8ECF1A33B3D9}" type="presParOf" srcId="{2CCD8F62-16E6-4883-B54F-B4C310B05387}" destId="{C7488EE5-D52F-4F05-86F4-C7A8DB4896AA}" srcOrd="0" destOrd="0" presId="urn:microsoft.com/office/officeart/2008/layout/LinedList"/>
    <dgm:cxn modelId="{72038966-4D6B-4437-B4E1-2B53F6B50CC6}" type="presParOf" srcId="{2CCD8F62-16E6-4883-B54F-B4C310B05387}" destId="{670CC0EC-9EB7-46DF-9D9B-7C0F502D8F2A}" srcOrd="1" destOrd="0" presId="urn:microsoft.com/office/officeart/2008/layout/LinedList"/>
    <dgm:cxn modelId="{21239B8A-9E9D-4849-BA96-3E654C4AFC5A}" type="presParOf" srcId="{895591DA-1222-4EAC-ABB1-45EE5697E6DD}" destId="{716F780E-EDE1-4513-B622-389B9CA56C6A}" srcOrd="4" destOrd="0" presId="urn:microsoft.com/office/officeart/2008/layout/LinedList"/>
    <dgm:cxn modelId="{E29A370C-4972-4715-B383-0BA34419FE9A}" type="presParOf" srcId="{895591DA-1222-4EAC-ABB1-45EE5697E6DD}" destId="{BA2F544E-1C3A-4379-9569-2984FDFC0E34}" srcOrd="5" destOrd="0" presId="urn:microsoft.com/office/officeart/2008/layout/LinedList"/>
    <dgm:cxn modelId="{502C788D-F19B-42FD-A7E3-F169F41B8D7A}" type="presParOf" srcId="{BA2F544E-1C3A-4379-9569-2984FDFC0E34}" destId="{3F394E90-B271-4363-B376-E3286464DEF2}" srcOrd="0" destOrd="0" presId="urn:microsoft.com/office/officeart/2008/layout/LinedList"/>
    <dgm:cxn modelId="{D3491453-A954-478E-8CDC-557FDF3F94A1}" type="presParOf" srcId="{BA2F544E-1C3A-4379-9569-2984FDFC0E34}" destId="{0830F2A2-C513-45AF-AEA2-FE3BBA61E21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5A96C9-AABB-4A62-B634-51F45DE8175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FB3ECD-D252-4335-84E9-E56FA2780EC4}">
      <dgm:prSet/>
      <dgm:spPr/>
      <dgm:t>
        <a:bodyPr/>
        <a:lstStyle/>
        <a:p>
          <a:r>
            <a:rPr lang="en-GB" dirty="0"/>
            <a:t>1. Stop </a:t>
          </a:r>
          <a:endParaRPr lang="en-US" dirty="0"/>
        </a:p>
      </dgm:t>
    </dgm:pt>
    <dgm:pt modelId="{58702A1D-F666-424B-A27C-B68F190214B5}" type="parTrans" cxnId="{2786D555-99DC-4B9C-90DD-7A562E0254FD}">
      <dgm:prSet/>
      <dgm:spPr/>
      <dgm:t>
        <a:bodyPr/>
        <a:lstStyle/>
        <a:p>
          <a:endParaRPr lang="en-US"/>
        </a:p>
      </dgm:t>
    </dgm:pt>
    <dgm:pt modelId="{6AAC0802-B38E-4018-BAA2-F60F91FC69C0}" type="sibTrans" cxnId="{2786D555-99DC-4B9C-90DD-7A562E0254FD}">
      <dgm:prSet/>
      <dgm:spPr/>
      <dgm:t>
        <a:bodyPr/>
        <a:lstStyle/>
        <a:p>
          <a:endParaRPr lang="en-US"/>
        </a:p>
      </dgm:t>
    </dgm:pt>
    <dgm:pt modelId="{CDBABA59-077C-4608-9FF0-EFDAB816D3FB}">
      <dgm:prSet/>
      <dgm:spPr/>
      <dgm:t>
        <a:bodyPr/>
        <a:lstStyle/>
        <a:p>
          <a:r>
            <a:rPr lang="en-GB"/>
            <a:t>Don’t act immediately </a:t>
          </a:r>
          <a:endParaRPr lang="en-US"/>
        </a:p>
      </dgm:t>
    </dgm:pt>
    <dgm:pt modelId="{648E02D0-6131-4DA8-86D0-5B55E048ADEC}" type="parTrans" cxnId="{4067504A-D220-405A-ABDC-858D50E11B8D}">
      <dgm:prSet/>
      <dgm:spPr/>
      <dgm:t>
        <a:bodyPr/>
        <a:lstStyle/>
        <a:p>
          <a:endParaRPr lang="en-US"/>
        </a:p>
      </dgm:t>
    </dgm:pt>
    <dgm:pt modelId="{B7BC0A42-F1B7-4F4B-A17D-B0DEC4302DCA}" type="sibTrans" cxnId="{4067504A-D220-405A-ABDC-858D50E11B8D}">
      <dgm:prSet/>
      <dgm:spPr/>
      <dgm:t>
        <a:bodyPr/>
        <a:lstStyle/>
        <a:p>
          <a:endParaRPr lang="en-US"/>
        </a:p>
      </dgm:t>
    </dgm:pt>
    <dgm:pt modelId="{A330685B-6197-4D1A-98D7-232EC664AA99}">
      <dgm:prSet/>
      <dgm:spPr/>
      <dgm:t>
        <a:bodyPr/>
        <a:lstStyle/>
        <a:p>
          <a:r>
            <a:rPr lang="en-GB" dirty="0"/>
            <a:t>Pause. Attackers rely on urgency and panic. Resist the pressure to respond straight away – take a breath and slow down.</a:t>
          </a:r>
          <a:endParaRPr lang="en-US" dirty="0"/>
        </a:p>
      </dgm:t>
    </dgm:pt>
    <dgm:pt modelId="{D05558FA-2252-4E8C-83A7-0A70D1728251}" type="parTrans" cxnId="{18150B0C-1D25-455A-A3E7-9C2609E57617}">
      <dgm:prSet/>
      <dgm:spPr/>
      <dgm:t>
        <a:bodyPr/>
        <a:lstStyle/>
        <a:p>
          <a:endParaRPr lang="en-US"/>
        </a:p>
      </dgm:t>
    </dgm:pt>
    <dgm:pt modelId="{F100030D-CAA2-48F6-8B80-0A4F5BD629F7}" type="sibTrans" cxnId="{18150B0C-1D25-455A-A3E7-9C2609E57617}">
      <dgm:prSet/>
      <dgm:spPr/>
      <dgm:t>
        <a:bodyPr/>
        <a:lstStyle/>
        <a:p>
          <a:endParaRPr lang="en-US"/>
        </a:p>
      </dgm:t>
    </dgm:pt>
    <dgm:pt modelId="{FDD5B44F-E344-4784-8CD6-90DE2FBF1379}">
      <dgm:prSet/>
      <dgm:spPr/>
      <dgm:t>
        <a:bodyPr/>
        <a:lstStyle/>
        <a:p>
          <a:r>
            <a:rPr lang="en-GB"/>
            <a:t>2. Think</a:t>
          </a:r>
          <a:endParaRPr lang="en-US"/>
        </a:p>
      </dgm:t>
    </dgm:pt>
    <dgm:pt modelId="{44D781A2-C548-48DF-B7E1-20829E98F9B7}" type="parTrans" cxnId="{A16556B0-3483-4DAB-99DF-344B90CF78D8}">
      <dgm:prSet/>
      <dgm:spPr/>
      <dgm:t>
        <a:bodyPr/>
        <a:lstStyle/>
        <a:p>
          <a:endParaRPr lang="en-US"/>
        </a:p>
      </dgm:t>
    </dgm:pt>
    <dgm:pt modelId="{79320BEE-C559-40F8-B854-0EEE9290C41B}" type="sibTrans" cxnId="{A16556B0-3483-4DAB-99DF-344B90CF78D8}">
      <dgm:prSet/>
      <dgm:spPr/>
      <dgm:t>
        <a:bodyPr/>
        <a:lstStyle/>
        <a:p>
          <a:endParaRPr lang="en-US"/>
        </a:p>
      </dgm:t>
    </dgm:pt>
    <dgm:pt modelId="{BC91DDA3-23F9-4BA0-9183-8BFEEAEFB35B}">
      <dgm:prSet/>
      <dgm:spPr/>
      <dgm:t>
        <a:bodyPr/>
        <a:lstStyle/>
        <a:p>
          <a:r>
            <a:rPr lang="en-GB"/>
            <a:t>Question what you’re seeing</a:t>
          </a:r>
          <a:endParaRPr lang="en-US"/>
        </a:p>
      </dgm:t>
    </dgm:pt>
    <dgm:pt modelId="{0325BA6A-55F9-4BC2-9290-64BF7B0D31C7}" type="parTrans" cxnId="{8A6D2332-2090-4657-B1C2-AC997274A8D8}">
      <dgm:prSet/>
      <dgm:spPr/>
      <dgm:t>
        <a:bodyPr/>
        <a:lstStyle/>
        <a:p>
          <a:endParaRPr lang="en-US"/>
        </a:p>
      </dgm:t>
    </dgm:pt>
    <dgm:pt modelId="{E3BE4D72-0765-48E7-970F-CFBEF362C14F}" type="sibTrans" cxnId="{8A6D2332-2090-4657-B1C2-AC997274A8D8}">
      <dgm:prSet/>
      <dgm:spPr/>
      <dgm:t>
        <a:bodyPr/>
        <a:lstStyle/>
        <a:p>
          <a:endParaRPr lang="en-US"/>
        </a:p>
      </dgm:t>
    </dgm:pt>
    <dgm:pt modelId="{DB4DC4F2-7D98-40F3-85B5-371E8F4125CF}">
      <dgm:prSet/>
      <dgm:spPr/>
      <dgm:t>
        <a:bodyPr/>
        <a:lstStyle/>
        <a:p>
          <a:r>
            <a:rPr lang="en-GB"/>
            <a:t>Ask yourself: Does it seem unusual? Were you expecting this? Does the sender/caller make sense? Would my company normally do this?</a:t>
          </a:r>
          <a:endParaRPr lang="en-US"/>
        </a:p>
      </dgm:t>
    </dgm:pt>
    <dgm:pt modelId="{E1B718AE-1FC7-4575-ADCF-82B481BDA56B}" type="parTrans" cxnId="{B8770758-18B6-4030-8216-3D65BC1C9E09}">
      <dgm:prSet/>
      <dgm:spPr/>
      <dgm:t>
        <a:bodyPr/>
        <a:lstStyle/>
        <a:p>
          <a:endParaRPr lang="en-US"/>
        </a:p>
      </dgm:t>
    </dgm:pt>
    <dgm:pt modelId="{198ADF71-B989-4538-A265-F2A2BC013BF0}" type="sibTrans" cxnId="{B8770758-18B6-4030-8216-3D65BC1C9E09}">
      <dgm:prSet/>
      <dgm:spPr/>
      <dgm:t>
        <a:bodyPr/>
        <a:lstStyle/>
        <a:p>
          <a:endParaRPr lang="en-US"/>
        </a:p>
      </dgm:t>
    </dgm:pt>
    <dgm:pt modelId="{34380597-1C59-4D67-AC8B-7B814620F677}">
      <dgm:prSet/>
      <dgm:spPr/>
      <dgm:t>
        <a:bodyPr/>
        <a:lstStyle/>
        <a:p>
          <a:r>
            <a:rPr lang="en-GB"/>
            <a:t>3. Verify </a:t>
          </a:r>
          <a:endParaRPr lang="en-US"/>
        </a:p>
      </dgm:t>
    </dgm:pt>
    <dgm:pt modelId="{D2B2ABC1-A450-46EA-AC8B-151327274D3A}" type="parTrans" cxnId="{4B946EAF-FA65-4347-8365-F895ECF7363B}">
      <dgm:prSet/>
      <dgm:spPr/>
      <dgm:t>
        <a:bodyPr/>
        <a:lstStyle/>
        <a:p>
          <a:endParaRPr lang="en-US"/>
        </a:p>
      </dgm:t>
    </dgm:pt>
    <dgm:pt modelId="{946FDFC1-3953-4C96-BF94-C4F2FC0630B8}" type="sibTrans" cxnId="{4B946EAF-FA65-4347-8365-F895ECF7363B}">
      <dgm:prSet/>
      <dgm:spPr/>
      <dgm:t>
        <a:bodyPr/>
        <a:lstStyle/>
        <a:p>
          <a:endParaRPr lang="en-US"/>
        </a:p>
      </dgm:t>
    </dgm:pt>
    <dgm:pt modelId="{AC252713-28A1-4BE6-ABEF-4347834EBFD5}">
      <dgm:prSet/>
      <dgm:spPr/>
      <dgm:t>
        <a:bodyPr/>
        <a:lstStyle/>
        <a:p>
          <a:r>
            <a:rPr lang="en-GB"/>
            <a:t>Confirm through a trusted channel</a:t>
          </a:r>
          <a:endParaRPr lang="en-US"/>
        </a:p>
      </dgm:t>
    </dgm:pt>
    <dgm:pt modelId="{9477C06A-AD32-4F25-B194-A827C542D9BA}" type="parTrans" cxnId="{73700117-252F-4E4B-B442-41C75D0E4A03}">
      <dgm:prSet/>
      <dgm:spPr/>
      <dgm:t>
        <a:bodyPr/>
        <a:lstStyle/>
        <a:p>
          <a:endParaRPr lang="en-US"/>
        </a:p>
      </dgm:t>
    </dgm:pt>
    <dgm:pt modelId="{57D489D9-76B4-4B67-9AF8-BA11437AF398}" type="sibTrans" cxnId="{73700117-252F-4E4B-B442-41C75D0E4A03}">
      <dgm:prSet/>
      <dgm:spPr/>
      <dgm:t>
        <a:bodyPr/>
        <a:lstStyle/>
        <a:p>
          <a:endParaRPr lang="en-US"/>
        </a:p>
      </dgm:t>
    </dgm:pt>
    <dgm:pt modelId="{DDEFC711-BC28-4E82-93CC-D4D0245F6CEC}">
      <dgm:prSet/>
      <dgm:spPr/>
      <dgm:t>
        <a:bodyPr/>
        <a:lstStyle/>
        <a:p>
          <a:r>
            <a:rPr lang="en-GB"/>
            <a:t>If an email – go directly to the website, don’t click the link. If a call – hang up and ring back on an official number that you look up yourself. </a:t>
          </a:r>
          <a:endParaRPr lang="en-US"/>
        </a:p>
      </dgm:t>
    </dgm:pt>
    <dgm:pt modelId="{B418D30E-AC22-4F43-BAEE-D109533AF61B}" type="parTrans" cxnId="{5273E58F-8C8B-46B7-BF43-1E1B40E56F30}">
      <dgm:prSet/>
      <dgm:spPr/>
      <dgm:t>
        <a:bodyPr/>
        <a:lstStyle/>
        <a:p>
          <a:endParaRPr lang="en-US"/>
        </a:p>
      </dgm:t>
    </dgm:pt>
    <dgm:pt modelId="{62465268-8DCD-4057-B656-8013DE8CD559}" type="sibTrans" cxnId="{5273E58F-8C8B-46B7-BF43-1E1B40E56F30}">
      <dgm:prSet/>
      <dgm:spPr/>
      <dgm:t>
        <a:bodyPr/>
        <a:lstStyle/>
        <a:p>
          <a:endParaRPr lang="en-US"/>
        </a:p>
      </dgm:t>
    </dgm:pt>
    <dgm:pt modelId="{EBBFF66F-2E66-47B1-8673-D47A4B88266E}">
      <dgm:prSet/>
      <dgm:spPr/>
      <dgm:t>
        <a:bodyPr/>
        <a:lstStyle/>
        <a:p>
          <a:r>
            <a:rPr lang="en-GB" dirty="0"/>
            <a:t>4. Report</a:t>
          </a:r>
          <a:endParaRPr lang="en-US" dirty="0"/>
        </a:p>
      </dgm:t>
    </dgm:pt>
    <dgm:pt modelId="{2F30E70D-586E-4E40-A8C7-FEBB4FC5ABD9}" type="parTrans" cxnId="{3CDF9F47-CAA0-4FC4-942E-0972A2E4905F}">
      <dgm:prSet/>
      <dgm:spPr/>
      <dgm:t>
        <a:bodyPr/>
        <a:lstStyle/>
        <a:p>
          <a:endParaRPr lang="en-US"/>
        </a:p>
      </dgm:t>
    </dgm:pt>
    <dgm:pt modelId="{64ECAD1C-4974-419F-9BF1-3B2150F4FACD}" type="sibTrans" cxnId="{3CDF9F47-CAA0-4FC4-942E-0972A2E4905F}">
      <dgm:prSet/>
      <dgm:spPr/>
      <dgm:t>
        <a:bodyPr/>
        <a:lstStyle/>
        <a:p>
          <a:endParaRPr lang="en-US"/>
        </a:p>
      </dgm:t>
    </dgm:pt>
    <dgm:pt modelId="{74E24914-FF0D-4EEF-B204-05150AE0AF5B}">
      <dgm:prSet/>
      <dgm:spPr/>
      <dgm:t>
        <a:bodyPr/>
        <a:lstStyle/>
        <a:p>
          <a:r>
            <a:rPr lang="en-GB"/>
            <a:t>Tell your IT or security team</a:t>
          </a:r>
          <a:endParaRPr lang="en-US"/>
        </a:p>
      </dgm:t>
    </dgm:pt>
    <dgm:pt modelId="{61699543-F2FE-46E0-B28A-FA727E69A78D}" type="parTrans" cxnId="{4A293AD1-6045-4E8D-8A6F-8B806D531636}">
      <dgm:prSet/>
      <dgm:spPr/>
      <dgm:t>
        <a:bodyPr/>
        <a:lstStyle/>
        <a:p>
          <a:endParaRPr lang="en-US"/>
        </a:p>
      </dgm:t>
    </dgm:pt>
    <dgm:pt modelId="{49745197-FA2B-4C8F-B242-0FC540153608}" type="sibTrans" cxnId="{4A293AD1-6045-4E8D-8A6F-8B806D531636}">
      <dgm:prSet/>
      <dgm:spPr/>
      <dgm:t>
        <a:bodyPr/>
        <a:lstStyle/>
        <a:p>
          <a:endParaRPr lang="en-US"/>
        </a:p>
      </dgm:t>
    </dgm:pt>
    <dgm:pt modelId="{B43FCEEA-AA52-4589-849F-3BE1932479A8}">
      <dgm:prSet/>
      <dgm:spPr/>
      <dgm:t>
        <a:bodyPr/>
        <a:lstStyle/>
        <a:p>
          <a:r>
            <a:rPr lang="en-GB" dirty="0"/>
            <a:t>Always report suspicious messages or calls, even if you didn’t fall for it. </a:t>
          </a:r>
          <a:r>
            <a:rPr lang="en-GB"/>
            <a:t>Your report could protect your colleagues from the same attack.</a:t>
          </a:r>
          <a:endParaRPr lang="en-US" dirty="0"/>
        </a:p>
      </dgm:t>
    </dgm:pt>
    <dgm:pt modelId="{EB0CA64C-4D6D-479E-9362-1F58455FA2F2}" type="parTrans" cxnId="{373A6586-8D1B-429C-A259-5C84097BE66E}">
      <dgm:prSet/>
      <dgm:spPr/>
      <dgm:t>
        <a:bodyPr/>
        <a:lstStyle/>
        <a:p>
          <a:endParaRPr lang="en-US"/>
        </a:p>
      </dgm:t>
    </dgm:pt>
    <dgm:pt modelId="{07B74271-219F-4A79-9D9E-67AF2D3116B5}" type="sibTrans" cxnId="{373A6586-8D1B-429C-A259-5C84097BE66E}">
      <dgm:prSet/>
      <dgm:spPr/>
      <dgm:t>
        <a:bodyPr/>
        <a:lstStyle/>
        <a:p>
          <a:endParaRPr lang="en-US"/>
        </a:p>
      </dgm:t>
    </dgm:pt>
    <dgm:pt modelId="{2EFB1375-CCF0-46E1-8780-D2F0148A47DA}" type="pres">
      <dgm:prSet presAssocID="{9A5A96C9-AABB-4A62-B634-51F45DE8175E}" presName="Name0" presStyleCnt="0">
        <dgm:presLayoutVars>
          <dgm:dir/>
          <dgm:animLvl val="lvl"/>
          <dgm:resizeHandles val="exact"/>
        </dgm:presLayoutVars>
      </dgm:prSet>
      <dgm:spPr/>
    </dgm:pt>
    <dgm:pt modelId="{0E6213F9-7DF9-46D9-B31F-218FE20AC99F}" type="pres">
      <dgm:prSet presAssocID="{44FB3ECD-D252-4335-84E9-E56FA2780EC4}" presName="linNode" presStyleCnt="0"/>
      <dgm:spPr/>
    </dgm:pt>
    <dgm:pt modelId="{C00FEDA7-2A2D-41E2-897B-D8E496477BB0}" type="pres">
      <dgm:prSet presAssocID="{44FB3ECD-D252-4335-84E9-E56FA2780EC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0CFC631-93C4-45F7-A5B7-7CE5C76CEA3D}" type="pres">
      <dgm:prSet presAssocID="{44FB3ECD-D252-4335-84E9-E56FA2780EC4}" presName="descendantText" presStyleLbl="alignAccFollowNode1" presStyleIdx="0" presStyleCnt="4" custLinFactNeighborX="0" custLinFactNeighborY="3745">
        <dgm:presLayoutVars>
          <dgm:bulletEnabled val="1"/>
        </dgm:presLayoutVars>
      </dgm:prSet>
      <dgm:spPr/>
    </dgm:pt>
    <dgm:pt modelId="{68EBF831-5961-4550-8ABE-B060966F6F4D}" type="pres">
      <dgm:prSet presAssocID="{6AAC0802-B38E-4018-BAA2-F60F91FC69C0}" presName="sp" presStyleCnt="0"/>
      <dgm:spPr/>
    </dgm:pt>
    <dgm:pt modelId="{4DD0821E-276E-4BD9-9680-F76A6FFC6EE7}" type="pres">
      <dgm:prSet presAssocID="{FDD5B44F-E344-4784-8CD6-90DE2FBF1379}" presName="linNode" presStyleCnt="0"/>
      <dgm:spPr/>
    </dgm:pt>
    <dgm:pt modelId="{49081A35-EDA0-4146-98A3-644459A881C9}" type="pres">
      <dgm:prSet presAssocID="{FDD5B44F-E344-4784-8CD6-90DE2FBF137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84FD929-ACB7-43E1-B192-58A5FC1570FF}" type="pres">
      <dgm:prSet presAssocID="{FDD5B44F-E344-4784-8CD6-90DE2FBF1379}" presName="descendantText" presStyleLbl="alignAccFollowNode1" presStyleIdx="1" presStyleCnt="4">
        <dgm:presLayoutVars>
          <dgm:bulletEnabled val="1"/>
        </dgm:presLayoutVars>
      </dgm:prSet>
      <dgm:spPr/>
    </dgm:pt>
    <dgm:pt modelId="{0EEF8521-994B-48E9-A08F-740BF53577AE}" type="pres">
      <dgm:prSet presAssocID="{79320BEE-C559-40F8-B854-0EEE9290C41B}" presName="sp" presStyleCnt="0"/>
      <dgm:spPr/>
    </dgm:pt>
    <dgm:pt modelId="{37EFFD80-5C5A-40BE-80BE-C84CC0225065}" type="pres">
      <dgm:prSet presAssocID="{34380597-1C59-4D67-AC8B-7B814620F677}" presName="linNode" presStyleCnt="0"/>
      <dgm:spPr/>
    </dgm:pt>
    <dgm:pt modelId="{2BD2B20C-DA6B-4690-8538-D1EE7BDCC9D5}" type="pres">
      <dgm:prSet presAssocID="{34380597-1C59-4D67-AC8B-7B814620F677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1C6AC4D-3BE5-467E-8C6C-A4263076F0EE}" type="pres">
      <dgm:prSet presAssocID="{34380597-1C59-4D67-AC8B-7B814620F677}" presName="descendantText" presStyleLbl="alignAccFollowNode1" presStyleIdx="2" presStyleCnt="4">
        <dgm:presLayoutVars>
          <dgm:bulletEnabled val="1"/>
        </dgm:presLayoutVars>
      </dgm:prSet>
      <dgm:spPr/>
    </dgm:pt>
    <dgm:pt modelId="{1BA64FB6-DB7A-453C-91DC-4E1265CEA705}" type="pres">
      <dgm:prSet presAssocID="{946FDFC1-3953-4C96-BF94-C4F2FC0630B8}" presName="sp" presStyleCnt="0"/>
      <dgm:spPr/>
    </dgm:pt>
    <dgm:pt modelId="{837F6A60-3C76-431E-B317-88808B9D3609}" type="pres">
      <dgm:prSet presAssocID="{EBBFF66F-2E66-47B1-8673-D47A4B88266E}" presName="linNode" presStyleCnt="0"/>
      <dgm:spPr/>
    </dgm:pt>
    <dgm:pt modelId="{18B33951-7551-42AD-85D9-416D70E70520}" type="pres">
      <dgm:prSet presAssocID="{EBBFF66F-2E66-47B1-8673-D47A4B88266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40E94489-48F0-413C-8C67-19848BE2B419}" type="pres">
      <dgm:prSet presAssocID="{EBBFF66F-2E66-47B1-8673-D47A4B88266E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18150B0C-1D25-455A-A3E7-9C2609E57617}" srcId="{CDBABA59-077C-4608-9FF0-EFDAB816D3FB}" destId="{A330685B-6197-4D1A-98D7-232EC664AA99}" srcOrd="0" destOrd="0" parTransId="{D05558FA-2252-4E8C-83A7-0A70D1728251}" sibTransId="{F100030D-CAA2-48F6-8B80-0A4F5BD629F7}"/>
    <dgm:cxn modelId="{5BC57510-7F57-4C31-825A-896A707D9B41}" type="presOf" srcId="{AC252713-28A1-4BE6-ABEF-4347834EBFD5}" destId="{01C6AC4D-3BE5-467E-8C6C-A4263076F0EE}" srcOrd="0" destOrd="0" presId="urn:microsoft.com/office/officeart/2005/8/layout/vList5"/>
    <dgm:cxn modelId="{73700117-252F-4E4B-B442-41C75D0E4A03}" srcId="{34380597-1C59-4D67-AC8B-7B814620F677}" destId="{AC252713-28A1-4BE6-ABEF-4347834EBFD5}" srcOrd="0" destOrd="0" parTransId="{9477C06A-AD32-4F25-B194-A827C542D9BA}" sibTransId="{57D489D9-76B4-4B67-9AF8-BA11437AF398}"/>
    <dgm:cxn modelId="{47ECD51B-8476-49C0-BA05-A74CAB0A05EE}" type="presOf" srcId="{B43FCEEA-AA52-4589-849F-3BE1932479A8}" destId="{40E94489-48F0-413C-8C67-19848BE2B419}" srcOrd="0" destOrd="1" presId="urn:microsoft.com/office/officeart/2005/8/layout/vList5"/>
    <dgm:cxn modelId="{A3457528-AA04-4AF7-9305-00DC3C6C4EC2}" type="presOf" srcId="{DB4DC4F2-7D98-40F3-85B5-371E8F4125CF}" destId="{F84FD929-ACB7-43E1-B192-58A5FC1570FF}" srcOrd="0" destOrd="1" presId="urn:microsoft.com/office/officeart/2005/8/layout/vList5"/>
    <dgm:cxn modelId="{8A6D2332-2090-4657-B1C2-AC997274A8D8}" srcId="{FDD5B44F-E344-4784-8CD6-90DE2FBF1379}" destId="{BC91DDA3-23F9-4BA0-9183-8BFEEAEFB35B}" srcOrd="0" destOrd="0" parTransId="{0325BA6A-55F9-4BC2-9290-64BF7B0D31C7}" sibTransId="{E3BE4D72-0765-48E7-970F-CFBEF362C14F}"/>
    <dgm:cxn modelId="{93AE6634-8B6D-4520-8498-600062215DAB}" type="presOf" srcId="{DDEFC711-BC28-4E82-93CC-D4D0245F6CEC}" destId="{01C6AC4D-3BE5-467E-8C6C-A4263076F0EE}" srcOrd="0" destOrd="1" presId="urn:microsoft.com/office/officeart/2005/8/layout/vList5"/>
    <dgm:cxn modelId="{FFD6025C-74B7-46FE-AF54-1457A30687E3}" type="presOf" srcId="{A330685B-6197-4D1A-98D7-232EC664AA99}" destId="{D0CFC631-93C4-45F7-A5B7-7CE5C76CEA3D}" srcOrd="0" destOrd="1" presId="urn:microsoft.com/office/officeart/2005/8/layout/vList5"/>
    <dgm:cxn modelId="{3CDF9F47-CAA0-4FC4-942E-0972A2E4905F}" srcId="{9A5A96C9-AABB-4A62-B634-51F45DE8175E}" destId="{EBBFF66F-2E66-47B1-8673-D47A4B88266E}" srcOrd="3" destOrd="0" parTransId="{2F30E70D-586E-4E40-A8C7-FEBB4FC5ABD9}" sibTransId="{64ECAD1C-4974-419F-9BF1-3B2150F4FACD}"/>
    <dgm:cxn modelId="{4067504A-D220-405A-ABDC-858D50E11B8D}" srcId="{44FB3ECD-D252-4335-84E9-E56FA2780EC4}" destId="{CDBABA59-077C-4608-9FF0-EFDAB816D3FB}" srcOrd="0" destOrd="0" parTransId="{648E02D0-6131-4DA8-86D0-5B55E048ADEC}" sibTransId="{B7BC0A42-F1B7-4F4B-A17D-B0DEC4302DCA}"/>
    <dgm:cxn modelId="{18C7D152-B837-45A3-BA24-9BAA62255458}" type="presOf" srcId="{FDD5B44F-E344-4784-8CD6-90DE2FBF1379}" destId="{49081A35-EDA0-4146-98A3-644459A881C9}" srcOrd="0" destOrd="0" presId="urn:microsoft.com/office/officeart/2005/8/layout/vList5"/>
    <dgm:cxn modelId="{2786D555-99DC-4B9C-90DD-7A562E0254FD}" srcId="{9A5A96C9-AABB-4A62-B634-51F45DE8175E}" destId="{44FB3ECD-D252-4335-84E9-E56FA2780EC4}" srcOrd="0" destOrd="0" parTransId="{58702A1D-F666-424B-A27C-B68F190214B5}" sibTransId="{6AAC0802-B38E-4018-BAA2-F60F91FC69C0}"/>
    <dgm:cxn modelId="{B8770758-18B6-4030-8216-3D65BC1C9E09}" srcId="{BC91DDA3-23F9-4BA0-9183-8BFEEAEFB35B}" destId="{DB4DC4F2-7D98-40F3-85B5-371E8F4125CF}" srcOrd="0" destOrd="0" parTransId="{E1B718AE-1FC7-4575-ADCF-82B481BDA56B}" sibTransId="{198ADF71-B989-4538-A265-F2A2BC013BF0}"/>
    <dgm:cxn modelId="{0CE2AC78-2252-488E-9AF5-A27DA430DA92}" type="presOf" srcId="{9A5A96C9-AABB-4A62-B634-51F45DE8175E}" destId="{2EFB1375-CCF0-46E1-8780-D2F0148A47DA}" srcOrd="0" destOrd="0" presId="urn:microsoft.com/office/officeart/2005/8/layout/vList5"/>
    <dgm:cxn modelId="{55EFF17E-2C36-4E9E-8FB1-B187ED33B2CD}" type="presOf" srcId="{44FB3ECD-D252-4335-84E9-E56FA2780EC4}" destId="{C00FEDA7-2A2D-41E2-897B-D8E496477BB0}" srcOrd="0" destOrd="0" presId="urn:microsoft.com/office/officeart/2005/8/layout/vList5"/>
    <dgm:cxn modelId="{373A6586-8D1B-429C-A259-5C84097BE66E}" srcId="{74E24914-FF0D-4EEF-B204-05150AE0AF5B}" destId="{B43FCEEA-AA52-4589-849F-3BE1932479A8}" srcOrd="0" destOrd="0" parTransId="{EB0CA64C-4D6D-479E-9362-1F58455FA2F2}" sibTransId="{07B74271-219F-4A79-9D9E-67AF2D3116B5}"/>
    <dgm:cxn modelId="{5273E58F-8C8B-46B7-BF43-1E1B40E56F30}" srcId="{AC252713-28A1-4BE6-ABEF-4347834EBFD5}" destId="{DDEFC711-BC28-4E82-93CC-D4D0245F6CEC}" srcOrd="0" destOrd="0" parTransId="{B418D30E-AC22-4F43-BAEE-D109533AF61B}" sibTransId="{62465268-8DCD-4057-B656-8013DE8CD559}"/>
    <dgm:cxn modelId="{38E561AA-1E73-40FD-A769-5A5641ADBAAF}" type="presOf" srcId="{EBBFF66F-2E66-47B1-8673-D47A4B88266E}" destId="{18B33951-7551-42AD-85D9-416D70E70520}" srcOrd="0" destOrd="0" presId="urn:microsoft.com/office/officeart/2005/8/layout/vList5"/>
    <dgm:cxn modelId="{4B946EAF-FA65-4347-8365-F895ECF7363B}" srcId="{9A5A96C9-AABB-4A62-B634-51F45DE8175E}" destId="{34380597-1C59-4D67-AC8B-7B814620F677}" srcOrd="2" destOrd="0" parTransId="{D2B2ABC1-A450-46EA-AC8B-151327274D3A}" sibTransId="{946FDFC1-3953-4C96-BF94-C4F2FC0630B8}"/>
    <dgm:cxn modelId="{A16556B0-3483-4DAB-99DF-344B90CF78D8}" srcId="{9A5A96C9-AABB-4A62-B634-51F45DE8175E}" destId="{FDD5B44F-E344-4784-8CD6-90DE2FBF1379}" srcOrd="1" destOrd="0" parTransId="{44D781A2-C548-48DF-B7E1-20829E98F9B7}" sibTransId="{79320BEE-C559-40F8-B854-0EEE9290C41B}"/>
    <dgm:cxn modelId="{2A7DECC6-5B6C-4622-81EB-1C6903D91AD6}" type="presOf" srcId="{BC91DDA3-23F9-4BA0-9183-8BFEEAEFB35B}" destId="{F84FD929-ACB7-43E1-B192-58A5FC1570FF}" srcOrd="0" destOrd="0" presId="urn:microsoft.com/office/officeart/2005/8/layout/vList5"/>
    <dgm:cxn modelId="{A0DB38C9-5B2A-48C4-8559-EC3D6457263A}" type="presOf" srcId="{CDBABA59-077C-4608-9FF0-EFDAB816D3FB}" destId="{D0CFC631-93C4-45F7-A5B7-7CE5C76CEA3D}" srcOrd="0" destOrd="0" presId="urn:microsoft.com/office/officeart/2005/8/layout/vList5"/>
    <dgm:cxn modelId="{4A293AD1-6045-4E8D-8A6F-8B806D531636}" srcId="{EBBFF66F-2E66-47B1-8673-D47A4B88266E}" destId="{74E24914-FF0D-4EEF-B204-05150AE0AF5B}" srcOrd="0" destOrd="0" parTransId="{61699543-F2FE-46E0-B28A-FA727E69A78D}" sibTransId="{49745197-FA2B-4C8F-B242-0FC540153608}"/>
    <dgm:cxn modelId="{770792E1-AE24-4224-BB6F-1D748EFBDE6B}" type="presOf" srcId="{34380597-1C59-4D67-AC8B-7B814620F677}" destId="{2BD2B20C-DA6B-4690-8538-D1EE7BDCC9D5}" srcOrd="0" destOrd="0" presId="urn:microsoft.com/office/officeart/2005/8/layout/vList5"/>
    <dgm:cxn modelId="{294EEDE6-7B19-49C4-843A-BADD53FBC87C}" type="presOf" srcId="{74E24914-FF0D-4EEF-B204-05150AE0AF5B}" destId="{40E94489-48F0-413C-8C67-19848BE2B419}" srcOrd="0" destOrd="0" presId="urn:microsoft.com/office/officeart/2005/8/layout/vList5"/>
    <dgm:cxn modelId="{1272D2C5-3A0A-4C8B-9419-F0D19F46125F}" type="presParOf" srcId="{2EFB1375-CCF0-46E1-8780-D2F0148A47DA}" destId="{0E6213F9-7DF9-46D9-B31F-218FE20AC99F}" srcOrd="0" destOrd="0" presId="urn:microsoft.com/office/officeart/2005/8/layout/vList5"/>
    <dgm:cxn modelId="{E65EC72B-3ECE-42D3-BF85-D61D8780438D}" type="presParOf" srcId="{0E6213F9-7DF9-46D9-B31F-218FE20AC99F}" destId="{C00FEDA7-2A2D-41E2-897B-D8E496477BB0}" srcOrd="0" destOrd="0" presId="urn:microsoft.com/office/officeart/2005/8/layout/vList5"/>
    <dgm:cxn modelId="{3D9960C9-6A67-4CD0-85C9-67E3DE7BB164}" type="presParOf" srcId="{0E6213F9-7DF9-46D9-B31F-218FE20AC99F}" destId="{D0CFC631-93C4-45F7-A5B7-7CE5C76CEA3D}" srcOrd="1" destOrd="0" presId="urn:microsoft.com/office/officeart/2005/8/layout/vList5"/>
    <dgm:cxn modelId="{DE44DA25-52D0-408A-A92F-75D91FE8503F}" type="presParOf" srcId="{2EFB1375-CCF0-46E1-8780-D2F0148A47DA}" destId="{68EBF831-5961-4550-8ABE-B060966F6F4D}" srcOrd="1" destOrd="0" presId="urn:microsoft.com/office/officeart/2005/8/layout/vList5"/>
    <dgm:cxn modelId="{8BA611D0-51D8-41A0-AA78-8996BC5F5D83}" type="presParOf" srcId="{2EFB1375-CCF0-46E1-8780-D2F0148A47DA}" destId="{4DD0821E-276E-4BD9-9680-F76A6FFC6EE7}" srcOrd="2" destOrd="0" presId="urn:microsoft.com/office/officeart/2005/8/layout/vList5"/>
    <dgm:cxn modelId="{A02EDF75-E53D-4E4B-99E7-0D0B30C127F4}" type="presParOf" srcId="{4DD0821E-276E-4BD9-9680-F76A6FFC6EE7}" destId="{49081A35-EDA0-4146-98A3-644459A881C9}" srcOrd="0" destOrd="0" presId="urn:microsoft.com/office/officeart/2005/8/layout/vList5"/>
    <dgm:cxn modelId="{30ADFDD3-1378-45B2-B3F0-374CBE8705B6}" type="presParOf" srcId="{4DD0821E-276E-4BD9-9680-F76A6FFC6EE7}" destId="{F84FD929-ACB7-43E1-B192-58A5FC1570FF}" srcOrd="1" destOrd="0" presId="urn:microsoft.com/office/officeart/2005/8/layout/vList5"/>
    <dgm:cxn modelId="{1A9118EA-F6C1-424E-8ED9-459BD79AEBDC}" type="presParOf" srcId="{2EFB1375-CCF0-46E1-8780-D2F0148A47DA}" destId="{0EEF8521-994B-48E9-A08F-740BF53577AE}" srcOrd="3" destOrd="0" presId="urn:microsoft.com/office/officeart/2005/8/layout/vList5"/>
    <dgm:cxn modelId="{F6490D82-CFAB-465C-A2C3-466182A79087}" type="presParOf" srcId="{2EFB1375-CCF0-46E1-8780-D2F0148A47DA}" destId="{37EFFD80-5C5A-40BE-80BE-C84CC0225065}" srcOrd="4" destOrd="0" presId="urn:microsoft.com/office/officeart/2005/8/layout/vList5"/>
    <dgm:cxn modelId="{13D26BF3-8C73-43BC-AAFF-3EA26B442EF4}" type="presParOf" srcId="{37EFFD80-5C5A-40BE-80BE-C84CC0225065}" destId="{2BD2B20C-DA6B-4690-8538-D1EE7BDCC9D5}" srcOrd="0" destOrd="0" presId="urn:microsoft.com/office/officeart/2005/8/layout/vList5"/>
    <dgm:cxn modelId="{0985D0F8-7D9B-49E1-B794-71977DDBA76A}" type="presParOf" srcId="{37EFFD80-5C5A-40BE-80BE-C84CC0225065}" destId="{01C6AC4D-3BE5-467E-8C6C-A4263076F0EE}" srcOrd="1" destOrd="0" presId="urn:microsoft.com/office/officeart/2005/8/layout/vList5"/>
    <dgm:cxn modelId="{B6345C68-07E6-4583-A404-0130381954BF}" type="presParOf" srcId="{2EFB1375-CCF0-46E1-8780-D2F0148A47DA}" destId="{1BA64FB6-DB7A-453C-91DC-4E1265CEA705}" srcOrd="5" destOrd="0" presId="urn:microsoft.com/office/officeart/2005/8/layout/vList5"/>
    <dgm:cxn modelId="{9B5745C9-4FAE-48D4-87EF-8F0F2DEE13D1}" type="presParOf" srcId="{2EFB1375-CCF0-46E1-8780-D2F0148A47DA}" destId="{837F6A60-3C76-431E-B317-88808B9D3609}" srcOrd="6" destOrd="0" presId="urn:microsoft.com/office/officeart/2005/8/layout/vList5"/>
    <dgm:cxn modelId="{D3F3B796-B034-4A52-B66F-EAA6EE1DC74D}" type="presParOf" srcId="{837F6A60-3C76-431E-B317-88808B9D3609}" destId="{18B33951-7551-42AD-85D9-416D70E70520}" srcOrd="0" destOrd="0" presId="urn:microsoft.com/office/officeart/2005/8/layout/vList5"/>
    <dgm:cxn modelId="{F0BA3C10-440C-47F4-A302-1EAC890D2483}" type="presParOf" srcId="{837F6A60-3C76-431E-B317-88808B9D3609}" destId="{40E94489-48F0-413C-8C67-19848BE2B41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12A5F6-5251-47CE-A6E6-CBD8523A12D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94778A-0A61-4AF0-A5D8-080D509BC725}">
      <dgm:prSet/>
      <dgm:spPr/>
      <dgm:t>
        <a:bodyPr/>
        <a:lstStyle/>
        <a:p>
          <a:r>
            <a:rPr lang="en-GB"/>
            <a:t>Key Takeaways</a:t>
          </a:r>
          <a:endParaRPr lang="en-US"/>
        </a:p>
      </dgm:t>
    </dgm:pt>
    <dgm:pt modelId="{6DAB23AC-5C40-4135-8FA0-8FA0E7F04FA5}" type="parTrans" cxnId="{3F9C4F6C-821D-44CD-B767-7755127FB827}">
      <dgm:prSet/>
      <dgm:spPr/>
      <dgm:t>
        <a:bodyPr/>
        <a:lstStyle/>
        <a:p>
          <a:endParaRPr lang="en-US"/>
        </a:p>
      </dgm:t>
    </dgm:pt>
    <dgm:pt modelId="{DDE2AB9D-4B95-437C-BF1F-5AAE683D8680}" type="sibTrans" cxnId="{3F9C4F6C-821D-44CD-B767-7755127FB827}">
      <dgm:prSet/>
      <dgm:spPr/>
      <dgm:t>
        <a:bodyPr/>
        <a:lstStyle/>
        <a:p>
          <a:endParaRPr lang="en-US"/>
        </a:p>
      </dgm:t>
    </dgm:pt>
    <dgm:pt modelId="{61A607A9-7B64-46CA-8DBC-BDDF9AFDE5E7}">
      <dgm:prSet/>
      <dgm:spPr/>
      <dgm:t>
        <a:bodyPr/>
        <a:lstStyle/>
        <a:p>
          <a:r>
            <a:rPr lang="en-GB" dirty="0"/>
            <a:t>Social engineering targets people, not systems </a:t>
          </a:r>
          <a:endParaRPr lang="en-US" dirty="0"/>
        </a:p>
      </dgm:t>
    </dgm:pt>
    <dgm:pt modelId="{69C08254-D25C-4F60-B4C8-032A0E9BB9C2}" type="parTrans" cxnId="{25F0ECD5-7D10-464F-AD5D-B21F018A525D}">
      <dgm:prSet/>
      <dgm:spPr/>
      <dgm:t>
        <a:bodyPr/>
        <a:lstStyle/>
        <a:p>
          <a:endParaRPr lang="en-US"/>
        </a:p>
      </dgm:t>
    </dgm:pt>
    <dgm:pt modelId="{8B287474-C0E7-444A-A9DC-74928D4213C2}" type="sibTrans" cxnId="{25F0ECD5-7D10-464F-AD5D-B21F018A525D}">
      <dgm:prSet/>
      <dgm:spPr/>
      <dgm:t>
        <a:bodyPr/>
        <a:lstStyle/>
        <a:p>
          <a:endParaRPr lang="en-US"/>
        </a:p>
      </dgm:t>
    </dgm:pt>
    <dgm:pt modelId="{BC9329AE-6195-4B6C-B26C-F81462E80CCF}">
      <dgm:prSet/>
      <dgm:spPr/>
      <dgm:t>
        <a:bodyPr/>
        <a:lstStyle/>
        <a:p>
          <a:r>
            <a:rPr lang="en-GB"/>
            <a:t>Common attacks: Phishing, Vishing, Pretexting, Tailgating </a:t>
          </a:r>
          <a:endParaRPr lang="en-US"/>
        </a:p>
      </dgm:t>
    </dgm:pt>
    <dgm:pt modelId="{FC8CEA7C-C339-4022-B140-C624CEB49ECF}" type="parTrans" cxnId="{A2A77797-977C-4C1B-8120-545BF46ADF5B}">
      <dgm:prSet/>
      <dgm:spPr/>
      <dgm:t>
        <a:bodyPr/>
        <a:lstStyle/>
        <a:p>
          <a:endParaRPr lang="en-US"/>
        </a:p>
      </dgm:t>
    </dgm:pt>
    <dgm:pt modelId="{9A3F0D5C-E170-400B-899E-F0124DED36F4}" type="sibTrans" cxnId="{A2A77797-977C-4C1B-8120-545BF46ADF5B}">
      <dgm:prSet/>
      <dgm:spPr/>
      <dgm:t>
        <a:bodyPr/>
        <a:lstStyle/>
        <a:p>
          <a:endParaRPr lang="en-US"/>
        </a:p>
      </dgm:t>
    </dgm:pt>
    <dgm:pt modelId="{916B538E-377B-4B74-BBC5-B3CCBB70FED8}">
      <dgm:prSet/>
      <dgm:spPr/>
      <dgm:t>
        <a:bodyPr/>
        <a:lstStyle/>
        <a:p>
          <a:r>
            <a:rPr lang="en-GB"/>
            <a:t>Red flags: Urgency, unusual requests, suspicious links. </a:t>
          </a:r>
          <a:endParaRPr lang="en-US"/>
        </a:p>
      </dgm:t>
    </dgm:pt>
    <dgm:pt modelId="{AA8DE0A3-B05E-4ECC-A1B9-0F64093C2740}" type="parTrans" cxnId="{7750B950-0FDA-4D13-BDC7-E47832C2ED87}">
      <dgm:prSet/>
      <dgm:spPr/>
      <dgm:t>
        <a:bodyPr/>
        <a:lstStyle/>
        <a:p>
          <a:endParaRPr lang="en-US"/>
        </a:p>
      </dgm:t>
    </dgm:pt>
    <dgm:pt modelId="{0335C7F7-A280-4DB7-B4ED-5A7D7E0E5A9C}" type="sibTrans" cxnId="{7750B950-0FDA-4D13-BDC7-E47832C2ED87}">
      <dgm:prSet/>
      <dgm:spPr/>
      <dgm:t>
        <a:bodyPr/>
        <a:lstStyle/>
        <a:p>
          <a:endParaRPr lang="en-US"/>
        </a:p>
      </dgm:t>
    </dgm:pt>
    <dgm:pt modelId="{0AF8B83B-6F8E-47E2-98EA-DB4A8A365FDF}">
      <dgm:prSet/>
      <dgm:spPr/>
      <dgm:t>
        <a:bodyPr/>
        <a:lstStyle/>
        <a:p>
          <a:r>
            <a:rPr lang="en-GB"/>
            <a:t>Always verify before you act – Stop. Think. Check. </a:t>
          </a:r>
          <a:endParaRPr lang="en-US"/>
        </a:p>
      </dgm:t>
    </dgm:pt>
    <dgm:pt modelId="{8D521BDB-A237-4067-9514-091BED35120A}" type="parTrans" cxnId="{42A65FF8-2A02-427D-9C19-F3B1438FB094}">
      <dgm:prSet/>
      <dgm:spPr/>
      <dgm:t>
        <a:bodyPr/>
        <a:lstStyle/>
        <a:p>
          <a:endParaRPr lang="en-US"/>
        </a:p>
      </dgm:t>
    </dgm:pt>
    <dgm:pt modelId="{5EAAEB36-3130-46A0-B6E7-F9A2B6C571AA}" type="sibTrans" cxnId="{42A65FF8-2A02-427D-9C19-F3B1438FB094}">
      <dgm:prSet/>
      <dgm:spPr/>
      <dgm:t>
        <a:bodyPr/>
        <a:lstStyle/>
        <a:p>
          <a:endParaRPr lang="en-US"/>
        </a:p>
      </dgm:t>
    </dgm:pt>
    <dgm:pt modelId="{F6E0CC56-B96A-4CFD-AA89-0AD730A54C4E}">
      <dgm:prSet/>
      <dgm:spPr/>
      <dgm:t>
        <a:bodyPr/>
        <a:lstStyle/>
        <a:p>
          <a:r>
            <a:rPr lang="en-GB"/>
            <a:t>Report anything suspicious to your IT/security team</a:t>
          </a:r>
          <a:endParaRPr lang="en-US"/>
        </a:p>
      </dgm:t>
    </dgm:pt>
    <dgm:pt modelId="{8BAF7CF1-7878-42FF-AAE6-2CDB749FB8CF}" type="parTrans" cxnId="{71116433-2639-4717-8074-2EC46431F893}">
      <dgm:prSet/>
      <dgm:spPr/>
      <dgm:t>
        <a:bodyPr/>
        <a:lstStyle/>
        <a:p>
          <a:endParaRPr lang="en-US"/>
        </a:p>
      </dgm:t>
    </dgm:pt>
    <dgm:pt modelId="{9324D05B-FC2E-490E-8488-BDC741421F77}" type="sibTrans" cxnId="{71116433-2639-4717-8074-2EC46431F893}">
      <dgm:prSet/>
      <dgm:spPr/>
      <dgm:t>
        <a:bodyPr/>
        <a:lstStyle/>
        <a:p>
          <a:endParaRPr lang="en-US"/>
        </a:p>
      </dgm:t>
    </dgm:pt>
    <dgm:pt modelId="{07D77DA9-9630-4CE1-A653-BDAE0A98C417}">
      <dgm:prSet/>
      <dgm:spPr/>
      <dgm:t>
        <a:bodyPr/>
        <a:lstStyle/>
        <a:p>
          <a:r>
            <a:rPr lang="en-GB" dirty="0"/>
            <a:t>Evaluation Sheet</a:t>
          </a:r>
          <a:endParaRPr lang="en-US" dirty="0"/>
        </a:p>
      </dgm:t>
    </dgm:pt>
    <dgm:pt modelId="{A515B496-52A1-4A34-B497-0EC129D73EEC}" type="parTrans" cxnId="{71400F36-63A8-4B89-9578-A72820A52E84}">
      <dgm:prSet/>
      <dgm:spPr/>
      <dgm:t>
        <a:bodyPr/>
        <a:lstStyle/>
        <a:p>
          <a:endParaRPr lang="en-US"/>
        </a:p>
      </dgm:t>
    </dgm:pt>
    <dgm:pt modelId="{AFE816F8-F6E4-4C5B-B690-4366D4F5C85B}" type="sibTrans" cxnId="{71400F36-63A8-4B89-9578-A72820A52E84}">
      <dgm:prSet/>
      <dgm:spPr/>
      <dgm:t>
        <a:bodyPr/>
        <a:lstStyle/>
        <a:p>
          <a:endParaRPr lang="en-US"/>
        </a:p>
      </dgm:t>
    </dgm:pt>
    <dgm:pt modelId="{C0086FF4-0F49-40DF-B1A8-059E0B74D691}" type="pres">
      <dgm:prSet presAssocID="{A712A5F6-5251-47CE-A6E6-CBD8523A12D3}" presName="linear" presStyleCnt="0">
        <dgm:presLayoutVars>
          <dgm:animLvl val="lvl"/>
          <dgm:resizeHandles val="exact"/>
        </dgm:presLayoutVars>
      </dgm:prSet>
      <dgm:spPr/>
    </dgm:pt>
    <dgm:pt modelId="{3C0C214C-0EC9-477F-9E7C-4AAB1F86E384}" type="pres">
      <dgm:prSet presAssocID="{C194778A-0A61-4AF0-A5D8-080D509BC725}" presName="parentText" presStyleLbl="node1" presStyleIdx="0" presStyleCnt="2" custLinFactNeighborX="824" custLinFactNeighborY="-4941">
        <dgm:presLayoutVars>
          <dgm:chMax val="0"/>
          <dgm:bulletEnabled val="1"/>
        </dgm:presLayoutVars>
      </dgm:prSet>
      <dgm:spPr/>
    </dgm:pt>
    <dgm:pt modelId="{94E3580F-4CC5-4F06-A3A9-06E005A3B180}" type="pres">
      <dgm:prSet presAssocID="{C194778A-0A61-4AF0-A5D8-080D509BC725}" presName="childText" presStyleLbl="revTx" presStyleIdx="0" presStyleCnt="1">
        <dgm:presLayoutVars>
          <dgm:bulletEnabled val="1"/>
        </dgm:presLayoutVars>
      </dgm:prSet>
      <dgm:spPr/>
    </dgm:pt>
    <dgm:pt modelId="{F0FE1AC6-38D6-4213-961C-D61C256908D6}" type="pres">
      <dgm:prSet presAssocID="{07D77DA9-9630-4CE1-A653-BDAE0A98C417}" presName="parentText" presStyleLbl="node1" presStyleIdx="1" presStyleCnt="2" custLinFactNeighborX="59" custLinFactNeighborY="8279">
        <dgm:presLayoutVars>
          <dgm:chMax val="0"/>
          <dgm:bulletEnabled val="1"/>
        </dgm:presLayoutVars>
      </dgm:prSet>
      <dgm:spPr/>
    </dgm:pt>
  </dgm:ptLst>
  <dgm:cxnLst>
    <dgm:cxn modelId="{0F556C15-C9EE-4D32-87E0-B4088D80B1CF}" type="presOf" srcId="{07D77DA9-9630-4CE1-A653-BDAE0A98C417}" destId="{F0FE1AC6-38D6-4213-961C-D61C256908D6}" srcOrd="0" destOrd="0" presId="urn:microsoft.com/office/officeart/2005/8/layout/vList2"/>
    <dgm:cxn modelId="{AE697A1C-A1A0-49A8-BD5C-55E7AF7E57F1}" type="presOf" srcId="{0AF8B83B-6F8E-47E2-98EA-DB4A8A365FDF}" destId="{94E3580F-4CC5-4F06-A3A9-06E005A3B180}" srcOrd="0" destOrd="3" presId="urn:microsoft.com/office/officeart/2005/8/layout/vList2"/>
    <dgm:cxn modelId="{71116433-2639-4717-8074-2EC46431F893}" srcId="{C194778A-0A61-4AF0-A5D8-080D509BC725}" destId="{F6E0CC56-B96A-4CFD-AA89-0AD730A54C4E}" srcOrd="4" destOrd="0" parTransId="{8BAF7CF1-7878-42FF-AAE6-2CDB749FB8CF}" sibTransId="{9324D05B-FC2E-490E-8488-BDC741421F77}"/>
    <dgm:cxn modelId="{71400F36-63A8-4B89-9578-A72820A52E84}" srcId="{A712A5F6-5251-47CE-A6E6-CBD8523A12D3}" destId="{07D77DA9-9630-4CE1-A653-BDAE0A98C417}" srcOrd="1" destOrd="0" parTransId="{A515B496-52A1-4A34-B497-0EC129D73EEC}" sibTransId="{AFE816F8-F6E4-4C5B-B690-4366D4F5C85B}"/>
    <dgm:cxn modelId="{2DD64D3D-F2C4-4986-A473-7AAAC99FB8ED}" type="presOf" srcId="{F6E0CC56-B96A-4CFD-AA89-0AD730A54C4E}" destId="{94E3580F-4CC5-4F06-A3A9-06E005A3B180}" srcOrd="0" destOrd="4" presId="urn:microsoft.com/office/officeart/2005/8/layout/vList2"/>
    <dgm:cxn modelId="{CB8E9A5B-7227-4A55-BAD7-C620AAD287F6}" type="presOf" srcId="{C194778A-0A61-4AF0-A5D8-080D509BC725}" destId="{3C0C214C-0EC9-477F-9E7C-4AAB1F86E384}" srcOrd="0" destOrd="0" presId="urn:microsoft.com/office/officeart/2005/8/layout/vList2"/>
    <dgm:cxn modelId="{3F9C4F6C-821D-44CD-B767-7755127FB827}" srcId="{A712A5F6-5251-47CE-A6E6-CBD8523A12D3}" destId="{C194778A-0A61-4AF0-A5D8-080D509BC725}" srcOrd="0" destOrd="0" parTransId="{6DAB23AC-5C40-4135-8FA0-8FA0E7F04FA5}" sibTransId="{DDE2AB9D-4B95-437C-BF1F-5AAE683D8680}"/>
    <dgm:cxn modelId="{7750B950-0FDA-4D13-BDC7-E47832C2ED87}" srcId="{C194778A-0A61-4AF0-A5D8-080D509BC725}" destId="{916B538E-377B-4B74-BBC5-B3CCBB70FED8}" srcOrd="2" destOrd="0" parTransId="{AA8DE0A3-B05E-4ECC-A1B9-0F64093C2740}" sibTransId="{0335C7F7-A280-4DB7-B4ED-5A7D7E0E5A9C}"/>
    <dgm:cxn modelId="{6913AC58-B5FA-4A8C-8654-1E2E84309557}" type="presOf" srcId="{BC9329AE-6195-4B6C-B26C-F81462E80CCF}" destId="{94E3580F-4CC5-4F06-A3A9-06E005A3B180}" srcOrd="0" destOrd="1" presId="urn:microsoft.com/office/officeart/2005/8/layout/vList2"/>
    <dgm:cxn modelId="{A2A77797-977C-4C1B-8120-545BF46ADF5B}" srcId="{C194778A-0A61-4AF0-A5D8-080D509BC725}" destId="{BC9329AE-6195-4B6C-B26C-F81462E80CCF}" srcOrd="1" destOrd="0" parTransId="{FC8CEA7C-C339-4022-B140-C624CEB49ECF}" sibTransId="{9A3F0D5C-E170-400B-899E-F0124DED36F4}"/>
    <dgm:cxn modelId="{C0B8029C-7D72-4DE3-ABB4-F7492E1B9555}" type="presOf" srcId="{916B538E-377B-4B74-BBC5-B3CCBB70FED8}" destId="{94E3580F-4CC5-4F06-A3A9-06E005A3B180}" srcOrd="0" destOrd="2" presId="urn:microsoft.com/office/officeart/2005/8/layout/vList2"/>
    <dgm:cxn modelId="{9544FEBD-73F2-42ED-9D4B-C9CF1C5E5D5D}" type="presOf" srcId="{A712A5F6-5251-47CE-A6E6-CBD8523A12D3}" destId="{C0086FF4-0F49-40DF-B1A8-059E0B74D691}" srcOrd="0" destOrd="0" presId="urn:microsoft.com/office/officeart/2005/8/layout/vList2"/>
    <dgm:cxn modelId="{25F0ECD5-7D10-464F-AD5D-B21F018A525D}" srcId="{C194778A-0A61-4AF0-A5D8-080D509BC725}" destId="{61A607A9-7B64-46CA-8DBC-BDDF9AFDE5E7}" srcOrd="0" destOrd="0" parTransId="{69C08254-D25C-4F60-B4C8-032A0E9BB9C2}" sibTransId="{8B287474-C0E7-444A-A9DC-74928D4213C2}"/>
    <dgm:cxn modelId="{8DE798F3-219F-4A1A-B97B-281FF14A412D}" type="presOf" srcId="{61A607A9-7B64-46CA-8DBC-BDDF9AFDE5E7}" destId="{94E3580F-4CC5-4F06-A3A9-06E005A3B180}" srcOrd="0" destOrd="0" presId="urn:microsoft.com/office/officeart/2005/8/layout/vList2"/>
    <dgm:cxn modelId="{42A65FF8-2A02-427D-9C19-F3B1438FB094}" srcId="{C194778A-0A61-4AF0-A5D8-080D509BC725}" destId="{0AF8B83B-6F8E-47E2-98EA-DB4A8A365FDF}" srcOrd="3" destOrd="0" parTransId="{8D521BDB-A237-4067-9514-091BED35120A}" sibTransId="{5EAAEB36-3130-46A0-B6E7-F9A2B6C571AA}"/>
    <dgm:cxn modelId="{49C6B8F2-A260-4450-8FC8-7F79670B6FCE}" type="presParOf" srcId="{C0086FF4-0F49-40DF-B1A8-059E0B74D691}" destId="{3C0C214C-0EC9-477F-9E7C-4AAB1F86E384}" srcOrd="0" destOrd="0" presId="urn:microsoft.com/office/officeart/2005/8/layout/vList2"/>
    <dgm:cxn modelId="{C614CE14-0EA8-4593-9100-1AEE4C2CA3A9}" type="presParOf" srcId="{C0086FF4-0F49-40DF-B1A8-059E0B74D691}" destId="{94E3580F-4CC5-4F06-A3A9-06E005A3B180}" srcOrd="1" destOrd="0" presId="urn:microsoft.com/office/officeart/2005/8/layout/vList2"/>
    <dgm:cxn modelId="{56750B1F-C1CB-45EC-94A0-3A4A880E4E30}" type="presParOf" srcId="{C0086FF4-0F49-40DF-B1A8-059E0B74D691}" destId="{F0FE1AC6-38D6-4213-961C-D61C256908D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4289E0-905E-48A4-822B-396284B599C9}">
      <dsp:nvSpPr>
        <dsp:cNvPr id="0" name=""/>
        <dsp:cNvSpPr/>
      </dsp:nvSpPr>
      <dsp:spPr>
        <a:xfrm>
          <a:off x="0" y="189990"/>
          <a:ext cx="6496050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Over 90% of successful cyberattacks use an element of Social engineering. </a:t>
          </a:r>
          <a:endParaRPr lang="en-US" sz="2100" kern="1200"/>
        </a:p>
      </dsp:txBody>
      <dsp:txXfrm>
        <a:off x="40780" y="230770"/>
        <a:ext cx="6414490" cy="753819"/>
      </dsp:txXfrm>
    </dsp:sp>
    <dsp:sp modelId="{58ECF3D3-2707-4C88-9A93-758EEE7D5657}">
      <dsp:nvSpPr>
        <dsp:cNvPr id="0" name=""/>
        <dsp:cNvSpPr/>
      </dsp:nvSpPr>
      <dsp:spPr>
        <a:xfrm>
          <a:off x="0" y="1085850"/>
          <a:ext cx="6496050" cy="835379"/>
        </a:xfrm>
        <a:prstGeom prst="roundRect">
          <a:avLst/>
        </a:prstGeom>
        <a:gradFill rotWithShape="0">
          <a:gsLst>
            <a:gs pos="0">
              <a:schemeClr val="accent2">
                <a:hueOff val="677407"/>
                <a:satOff val="-3316"/>
                <a:lumOff val="1862"/>
                <a:alphaOff val="0"/>
                <a:tint val="98000"/>
                <a:lumMod val="114000"/>
              </a:schemeClr>
            </a:gs>
            <a:gs pos="100000">
              <a:schemeClr val="accent2">
                <a:hueOff val="677407"/>
                <a:satOff val="-3316"/>
                <a:lumOff val="186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The average cost of a data breach in the UK is 500,000 pound.</a:t>
          </a:r>
          <a:endParaRPr lang="en-US" sz="2100" kern="1200"/>
        </a:p>
      </dsp:txBody>
      <dsp:txXfrm>
        <a:off x="40780" y="1126630"/>
        <a:ext cx="6414490" cy="753819"/>
      </dsp:txXfrm>
    </dsp:sp>
    <dsp:sp modelId="{E337BD92-3FBB-4480-BCE5-CF810CAEC0AC}">
      <dsp:nvSpPr>
        <dsp:cNvPr id="0" name=""/>
        <dsp:cNvSpPr/>
      </dsp:nvSpPr>
      <dsp:spPr>
        <a:xfrm>
          <a:off x="0" y="1981710"/>
          <a:ext cx="6496050" cy="835379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According to the cybersecurity bureau 1 in 3 people have fallen for a phishing email. </a:t>
          </a:r>
          <a:endParaRPr lang="en-US" sz="2100" kern="1200"/>
        </a:p>
      </dsp:txBody>
      <dsp:txXfrm>
        <a:off x="40780" y="2022490"/>
        <a:ext cx="6414490" cy="753819"/>
      </dsp:txXfrm>
    </dsp:sp>
    <dsp:sp modelId="{B04CB6E5-B3F3-49D2-8856-475B55B863D5}">
      <dsp:nvSpPr>
        <dsp:cNvPr id="0" name=""/>
        <dsp:cNvSpPr/>
      </dsp:nvSpPr>
      <dsp:spPr>
        <a:xfrm>
          <a:off x="0" y="2817090"/>
          <a:ext cx="6496050" cy="1564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5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Real life example: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In 2020, a Twitter employee received a phone call from someone claiming to be from IT support.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The caller convinced them to hand over login credentials.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Result: High-profile accounts including Barrack Obama and Elon Musk were hijacked to run a bitcoin scam  </a:t>
          </a:r>
          <a:endParaRPr lang="en-US" sz="1600" kern="1200"/>
        </a:p>
      </dsp:txBody>
      <dsp:txXfrm>
        <a:off x="0" y="2817090"/>
        <a:ext cx="6496050" cy="1564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9FE15-C4C1-4C6E-A35A-6BBDEE793233}">
      <dsp:nvSpPr>
        <dsp:cNvPr id="0" name=""/>
        <dsp:cNvSpPr/>
      </dsp:nvSpPr>
      <dsp:spPr>
        <a:xfrm>
          <a:off x="788602" y="811258"/>
          <a:ext cx="841640" cy="8416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3AC5A-C136-40E1-A42D-25065634468C}">
      <dsp:nvSpPr>
        <dsp:cNvPr id="0" name=""/>
        <dsp:cNvSpPr/>
      </dsp:nvSpPr>
      <dsp:spPr>
        <a:xfrm>
          <a:off x="7079" y="1729514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Phishing </a:t>
          </a:r>
          <a:endParaRPr lang="en-US" sz="1400" kern="1200"/>
        </a:p>
      </dsp:txBody>
      <dsp:txXfrm>
        <a:off x="7079" y="1729514"/>
        <a:ext cx="2404687" cy="360703"/>
      </dsp:txXfrm>
    </dsp:sp>
    <dsp:sp modelId="{923F11BA-DC52-44B2-A26F-70A5BA1FABD0}">
      <dsp:nvSpPr>
        <dsp:cNvPr id="0" name=""/>
        <dsp:cNvSpPr/>
      </dsp:nvSpPr>
      <dsp:spPr>
        <a:xfrm>
          <a:off x="7079" y="2125853"/>
          <a:ext cx="2404687" cy="467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Fraudulent emails that trick you into clicking links, revealing passwords, or downloading malware. </a:t>
          </a:r>
          <a:endParaRPr lang="en-US" sz="1100" kern="1200"/>
        </a:p>
      </dsp:txBody>
      <dsp:txXfrm>
        <a:off x="7079" y="2125853"/>
        <a:ext cx="2404687" cy="467165"/>
      </dsp:txXfrm>
    </dsp:sp>
    <dsp:sp modelId="{26F6970A-63B3-413B-87F7-AA9FA1179525}">
      <dsp:nvSpPr>
        <dsp:cNvPr id="0" name=""/>
        <dsp:cNvSpPr/>
      </dsp:nvSpPr>
      <dsp:spPr>
        <a:xfrm>
          <a:off x="3614110" y="811258"/>
          <a:ext cx="841640" cy="8416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8FB3A-EAC6-4433-A46A-AB76C144EC44}">
      <dsp:nvSpPr>
        <dsp:cNvPr id="0" name=""/>
        <dsp:cNvSpPr/>
      </dsp:nvSpPr>
      <dsp:spPr>
        <a:xfrm>
          <a:off x="2832587" y="1729514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Vishing</a:t>
          </a:r>
          <a:endParaRPr lang="en-US" sz="1400" kern="1200"/>
        </a:p>
      </dsp:txBody>
      <dsp:txXfrm>
        <a:off x="2832587" y="1729514"/>
        <a:ext cx="2404687" cy="360703"/>
      </dsp:txXfrm>
    </dsp:sp>
    <dsp:sp modelId="{4D76DFB7-321A-4294-94B3-DC8DE7C6D9D9}">
      <dsp:nvSpPr>
        <dsp:cNvPr id="0" name=""/>
        <dsp:cNvSpPr/>
      </dsp:nvSpPr>
      <dsp:spPr>
        <a:xfrm>
          <a:off x="2832587" y="2125853"/>
          <a:ext cx="2404687" cy="467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Fake phone calls pretending to be banks, Revenue or IT support to extract personal information.</a:t>
          </a:r>
          <a:endParaRPr lang="en-US" sz="1100" kern="1200"/>
        </a:p>
      </dsp:txBody>
      <dsp:txXfrm>
        <a:off x="2832587" y="2125853"/>
        <a:ext cx="2404687" cy="467165"/>
      </dsp:txXfrm>
    </dsp:sp>
    <dsp:sp modelId="{895295F4-962F-4233-B780-405EC6856C06}">
      <dsp:nvSpPr>
        <dsp:cNvPr id="0" name=""/>
        <dsp:cNvSpPr/>
      </dsp:nvSpPr>
      <dsp:spPr>
        <a:xfrm>
          <a:off x="6439618" y="811258"/>
          <a:ext cx="841640" cy="8416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920FF-E35D-466F-BEEA-64EB716635C2}">
      <dsp:nvSpPr>
        <dsp:cNvPr id="0" name=""/>
        <dsp:cNvSpPr/>
      </dsp:nvSpPr>
      <dsp:spPr>
        <a:xfrm>
          <a:off x="5658095" y="1729514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Pretexting</a:t>
          </a:r>
          <a:endParaRPr lang="en-US" sz="1400" kern="1200"/>
        </a:p>
      </dsp:txBody>
      <dsp:txXfrm>
        <a:off x="5658095" y="1729514"/>
        <a:ext cx="2404687" cy="360703"/>
      </dsp:txXfrm>
    </dsp:sp>
    <dsp:sp modelId="{9D7E358F-BE52-443E-AABE-1A411943A448}">
      <dsp:nvSpPr>
        <dsp:cNvPr id="0" name=""/>
        <dsp:cNvSpPr/>
      </dsp:nvSpPr>
      <dsp:spPr>
        <a:xfrm>
          <a:off x="5658095" y="2125853"/>
          <a:ext cx="2404687" cy="467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Attacker invents a believable story (e.g. “I’m your new manager”) to get you to act</a:t>
          </a:r>
          <a:endParaRPr lang="en-US" sz="1100" kern="1200"/>
        </a:p>
      </dsp:txBody>
      <dsp:txXfrm>
        <a:off x="5658095" y="2125853"/>
        <a:ext cx="2404687" cy="467165"/>
      </dsp:txXfrm>
    </dsp:sp>
    <dsp:sp modelId="{26B1D1A3-9EB0-479C-B861-550AAD926958}">
      <dsp:nvSpPr>
        <dsp:cNvPr id="0" name=""/>
        <dsp:cNvSpPr/>
      </dsp:nvSpPr>
      <dsp:spPr>
        <a:xfrm>
          <a:off x="9265126" y="811258"/>
          <a:ext cx="841640" cy="8416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3171A-BCA5-4E07-902A-4DF6B1024E86}">
      <dsp:nvSpPr>
        <dsp:cNvPr id="0" name=""/>
        <dsp:cNvSpPr/>
      </dsp:nvSpPr>
      <dsp:spPr>
        <a:xfrm>
          <a:off x="8483602" y="1729514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kern="1200"/>
            <a:t>Tailgating (Physical access)</a:t>
          </a:r>
          <a:endParaRPr lang="en-US" sz="1400" kern="1200"/>
        </a:p>
      </dsp:txBody>
      <dsp:txXfrm>
        <a:off x="8483602" y="1729514"/>
        <a:ext cx="2404687" cy="360703"/>
      </dsp:txXfrm>
    </dsp:sp>
    <dsp:sp modelId="{C0E3EF95-5AD3-4F5B-8757-170AA89F1657}">
      <dsp:nvSpPr>
        <dsp:cNvPr id="0" name=""/>
        <dsp:cNvSpPr/>
      </dsp:nvSpPr>
      <dsp:spPr>
        <a:xfrm>
          <a:off x="8483602" y="2125853"/>
          <a:ext cx="2404687" cy="467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Following an authorised person through a secure door without proper credentials.</a:t>
          </a:r>
          <a:endParaRPr lang="en-US" sz="1100" kern="1200"/>
        </a:p>
      </dsp:txBody>
      <dsp:txXfrm>
        <a:off x="8483602" y="2125853"/>
        <a:ext cx="2404687" cy="4671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FD2B1-5850-4FBD-BA49-E2487E5D764F}">
      <dsp:nvSpPr>
        <dsp:cNvPr id="0" name=""/>
        <dsp:cNvSpPr/>
      </dsp:nvSpPr>
      <dsp:spPr>
        <a:xfrm>
          <a:off x="0" y="3709"/>
          <a:ext cx="6496050" cy="6295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ED854-9798-4A41-8BB1-0AF3F7629664}">
      <dsp:nvSpPr>
        <dsp:cNvPr id="0" name=""/>
        <dsp:cNvSpPr/>
      </dsp:nvSpPr>
      <dsp:spPr>
        <a:xfrm>
          <a:off x="190453" y="145369"/>
          <a:ext cx="346278" cy="346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3D454-4AA3-43B3-A539-E833DF8D80F7}">
      <dsp:nvSpPr>
        <dsp:cNvPr id="0" name=""/>
        <dsp:cNvSpPr/>
      </dsp:nvSpPr>
      <dsp:spPr>
        <a:xfrm>
          <a:off x="727184" y="3709"/>
          <a:ext cx="2923222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Urgency and Pressure</a:t>
          </a:r>
          <a:endParaRPr lang="en-US" sz="1700" kern="1200"/>
        </a:p>
      </dsp:txBody>
      <dsp:txXfrm>
        <a:off x="727184" y="3709"/>
        <a:ext cx="2923222" cy="629597"/>
      </dsp:txXfrm>
    </dsp:sp>
    <dsp:sp modelId="{C8C28CC8-60E7-42A8-8302-A497C7CFFFF2}">
      <dsp:nvSpPr>
        <dsp:cNvPr id="0" name=""/>
        <dsp:cNvSpPr/>
      </dsp:nvSpPr>
      <dsp:spPr>
        <a:xfrm>
          <a:off x="3650407" y="3709"/>
          <a:ext cx="2844931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“Act NOW or your account will be closed!”. Pressure to act fast is a major red flag. </a:t>
          </a:r>
          <a:endParaRPr lang="en-US" sz="1100" kern="1200"/>
        </a:p>
      </dsp:txBody>
      <dsp:txXfrm>
        <a:off x="3650407" y="3709"/>
        <a:ext cx="2844931" cy="629597"/>
      </dsp:txXfrm>
    </dsp:sp>
    <dsp:sp modelId="{BD7BD426-96BC-46B6-83A4-7194DFD5D9A9}">
      <dsp:nvSpPr>
        <dsp:cNvPr id="0" name=""/>
        <dsp:cNvSpPr/>
      </dsp:nvSpPr>
      <dsp:spPr>
        <a:xfrm>
          <a:off x="0" y="790706"/>
          <a:ext cx="6496050" cy="6295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1E231-198D-46BF-8CBE-8031D416BC17}">
      <dsp:nvSpPr>
        <dsp:cNvPr id="0" name=""/>
        <dsp:cNvSpPr/>
      </dsp:nvSpPr>
      <dsp:spPr>
        <a:xfrm>
          <a:off x="190453" y="932365"/>
          <a:ext cx="346278" cy="346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4FFF3-7269-443C-984F-FA6DFFC8FF16}">
      <dsp:nvSpPr>
        <dsp:cNvPr id="0" name=""/>
        <dsp:cNvSpPr/>
      </dsp:nvSpPr>
      <dsp:spPr>
        <a:xfrm>
          <a:off x="727184" y="790706"/>
          <a:ext cx="2923222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Too Good to Be True</a:t>
          </a:r>
          <a:endParaRPr lang="en-US" sz="1700" kern="1200"/>
        </a:p>
      </dsp:txBody>
      <dsp:txXfrm>
        <a:off x="727184" y="790706"/>
        <a:ext cx="2923222" cy="629597"/>
      </dsp:txXfrm>
    </dsp:sp>
    <dsp:sp modelId="{54DF4B07-C1A8-4721-918C-E357EFFD7B3F}">
      <dsp:nvSpPr>
        <dsp:cNvPr id="0" name=""/>
        <dsp:cNvSpPr/>
      </dsp:nvSpPr>
      <dsp:spPr>
        <a:xfrm>
          <a:off x="3650407" y="790706"/>
          <a:ext cx="2844931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Prizes, lottery wins or rewards you didn’t sign up for are almost always scams.</a:t>
          </a:r>
          <a:endParaRPr lang="en-US" sz="1100" kern="1200"/>
        </a:p>
      </dsp:txBody>
      <dsp:txXfrm>
        <a:off x="3650407" y="790706"/>
        <a:ext cx="2844931" cy="629597"/>
      </dsp:txXfrm>
    </dsp:sp>
    <dsp:sp modelId="{BF8F87CF-E2F7-47CE-A469-2106D2E68445}">
      <dsp:nvSpPr>
        <dsp:cNvPr id="0" name=""/>
        <dsp:cNvSpPr/>
      </dsp:nvSpPr>
      <dsp:spPr>
        <a:xfrm>
          <a:off x="0" y="1577703"/>
          <a:ext cx="6496050" cy="6295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368563-95BC-4099-BB91-70ACC6C96CFD}">
      <dsp:nvSpPr>
        <dsp:cNvPr id="0" name=""/>
        <dsp:cNvSpPr/>
      </dsp:nvSpPr>
      <dsp:spPr>
        <a:xfrm>
          <a:off x="190453" y="1719362"/>
          <a:ext cx="346278" cy="346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269BB-9A2A-43C1-B427-1C8354F6CDDC}">
      <dsp:nvSpPr>
        <dsp:cNvPr id="0" name=""/>
        <dsp:cNvSpPr/>
      </dsp:nvSpPr>
      <dsp:spPr>
        <a:xfrm>
          <a:off x="727184" y="1577703"/>
          <a:ext cx="2923222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Suspicious Links/Attachments </a:t>
          </a:r>
          <a:endParaRPr lang="en-US" sz="1700" kern="1200"/>
        </a:p>
      </dsp:txBody>
      <dsp:txXfrm>
        <a:off x="727184" y="1577703"/>
        <a:ext cx="2923222" cy="629597"/>
      </dsp:txXfrm>
    </dsp:sp>
    <dsp:sp modelId="{5D808213-5AC5-4A06-8A4D-C38DC5354DFB}">
      <dsp:nvSpPr>
        <dsp:cNvPr id="0" name=""/>
        <dsp:cNvSpPr/>
      </dsp:nvSpPr>
      <dsp:spPr>
        <a:xfrm>
          <a:off x="3650407" y="1577703"/>
          <a:ext cx="2844931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Hover over links before clicking them. Misspelled URLs (e.g. paypa1.com) are common tricks. </a:t>
          </a:r>
          <a:endParaRPr lang="en-US" sz="1100" kern="1200"/>
        </a:p>
      </dsp:txBody>
      <dsp:txXfrm>
        <a:off x="3650407" y="1577703"/>
        <a:ext cx="2844931" cy="629597"/>
      </dsp:txXfrm>
    </dsp:sp>
    <dsp:sp modelId="{E80A6229-E4D3-494C-AB20-524CC704ACA9}">
      <dsp:nvSpPr>
        <dsp:cNvPr id="0" name=""/>
        <dsp:cNvSpPr/>
      </dsp:nvSpPr>
      <dsp:spPr>
        <a:xfrm>
          <a:off x="0" y="2364699"/>
          <a:ext cx="6496050" cy="6295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B13BF-AEFA-41F1-A244-C72B8AE8A7D7}">
      <dsp:nvSpPr>
        <dsp:cNvPr id="0" name=""/>
        <dsp:cNvSpPr/>
      </dsp:nvSpPr>
      <dsp:spPr>
        <a:xfrm>
          <a:off x="190453" y="2506359"/>
          <a:ext cx="346278" cy="346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0580F-12C3-4398-BEED-201F69AED64B}">
      <dsp:nvSpPr>
        <dsp:cNvPr id="0" name=""/>
        <dsp:cNvSpPr/>
      </dsp:nvSpPr>
      <dsp:spPr>
        <a:xfrm>
          <a:off x="727184" y="2364699"/>
          <a:ext cx="2923222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Requests for Personal Information </a:t>
          </a:r>
          <a:endParaRPr lang="en-US" sz="1700" kern="1200"/>
        </a:p>
      </dsp:txBody>
      <dsp:txXfrm>
        <a:off x="727184" y="2364699"/>
        <a:ext cx="2923222" cy="629597"/>
      </dsp:txXfrm>
    </dsp:sp>
    <dsp:sp modelId="{19B8F9A7-7864-491E-8829-B6A27DE9E844}">
      <dsp:nvSpPr>
        <dsp:cNvPr id="0" name=""/>
        <dsp:cNvSpPr/>
      </dsp:nvSpPr>
      <dsp:spPr>
        <a:xfrm>
          <a:off x="3650407" y="2364699"/>
          <a:ext cx="2844931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Legitimate companies will NEVER ask for your passwords, or Pins by email or phone.</a:t>
          </a:r>
          <a:endParaRPr lang="en-US" sz="1100" kern="1200"/>
        </a:p>
      </dsp:txBody>
      <dsp:txXfrm>
        <a:off x="3650407" y="2364699"/>
        <a:ext cx="2844931" cy="629597"/>
      </dsp:txXfrm>
    </dsp:sp>
    <dsp:sp modelId="{87B25E84-9D98-4E86-9B56-BB25BAC19C9F}">
      <dsp:nvSpPr>
        <dsp:cNvPr id="0" name=""/>
        <dsp:cNvSpPr/>
      </dsp:nvSpPr>
      <dsp:spPr>
        <a:xfrm>
          <a:off x="0" y="3151696"/>
          <a:ext cx="6496050" cy="62959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A3552-AD07-4A7A-BFF3-4DB3851E2992}">
      <dsp:nvSpPr>
        <dsp:cNvPr id="0" name=""/>
        <dsp:cNvSpPr/>
      </dsp:nvSpPr>
      <dsp:spPr>
        <a:xfrm>
          <a:off x="190453" y="3293355"/>
          <a:ext cx="346278" cy="346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BF01F-3EFC-47B6-9360-A237CE761D40}">
      <dsp:nvSpPr>
        <dsp:cNvPr id="0" name=""/>
        <dsp:cNvSpPr/>
      </dsp:nvSpPr>
      <dsp:spPr>
        <a:xfrm>
          <a:off x="727184" y="3151696"/>
          <a:ext cx="2923222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Fear and Threats</a:t>
          </a:r>
          <a:endParaRPr lang="en-US" sz="1700" kern="1200"/>
        </a:p>
      </dsp:txBody>
      <dsp:txXfrm>
        <a:off x="727184" y="3151696"/>
        <a:ext cx="2923222" cy="629597"/>
      </dsp:txXfrm>
    </dsp:sp>
    <dsp:sp modelId="{F44D988E-456B-43E5-8BB0-252E387DE3A4}">
      <dsp:nvSpPr>
        <dsp:cNvPr id="0" name=""/>
        <dsp:cNvSpPr/>
      </dsp:nvSpPr>
      <dsp:spPr>
        <a:xfrm>
          <a:off x="3650407" y="3151696"/>
          <a:ext cx="2844931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“Your computer is infected” or “You owe unpaid taxes” are designed to panic you into acting fast without consideration. </a:t>
          </a:r>
          <a:endParaRPr lang="en-US" sz="1100" kern="1200"/>
        </a:p>
      </dsp:txBody>
      <dsp:txXfrm>
        <a:off x="3650407" y="3151696"/>
        <a:ext cx="2844931" cy="629597"/>
      </dsp:txXfrm>
    </dsp:sp>
    <dsp:sp modelId="{2AF8EE8C-5CB8-40E0-BF7F-A472E2D8CE05}">
      <dsp:nvSpPr>
        <dsp:cNvPr id="0" name=""/>
        <dsp:cNvSpPr/>
      </dsp:nvSpPr>
      <dsp:spPr>
        <a:xfrm>
          <a:off x="0" y="3938692"/>
          <a:ext cx="6496050" cy="6295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2D4BBF-0C04-44C2-A284-255D626E2590}">
      <dsp:nvSpPr>
        <dsp:cNvPr id="0" name=""/>
        <dsp:cNvSpPr/>
      </dsp:nvSpPr>
      <dsp:spPr>
        <a:xfrm>
          <a:off x="190453" y="4080352"/>
          <a:ext cx="346278" cy="346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9B549-2262-4403-9BB1-343023576534}">
      <dsp:nvSpPr>
        <dsp:cNvPr id="0" name=""/>
        <dsp:cNvSpPr/>
      </dsp:nvSpPr>
      <dsp:spPr>
        <a:xfrm>
          <a:off x="727184" y="3938692"/>
          <a:ext cx="2923222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Unusual Sender/Caller</a:t>
          </a:r>
          <a:endParaRPr lang="en-US" sz="1700" kern="1200"/>
        </a:p>
      </dsp:txBody>
      <dsp:txXfrm>
        <a:off x="727184" y="3938692"/>
        <a:ext cx="2923222" cy="629597"/>
      </dsp:txXfrm>
    </dsp:sp>
    <dsp:sp modelId="{7B88F1CF-F2C4-47FF-8D97-4E8C90442EA6}">
      <dsp:nvSpPr>
        <dsp:cNvPr id="0" name=""/>
        <dsp:cNvSpPr/>
      </dsp:nvSpPr>
      <dsp:spPr>
        <a:xfrm>
          <a:off x="3650407" y="3938692"/>
          <a:ext cx="2844931" cy="62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32" tIns="66632" rIns="66632" bIns="666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Check the email addresses carefully. Scammers use addresses like support@paypa1-secure.com.</a:t>
          </a:r>
          <a:endParaRPr lang="en-US" sz="1100" kern="1200"/>
        </a:p>
      </dsp:txBody>
      <dsp:txXfrm>
        <a:off x="3650407" y="3938692"/>
        <a:ext cx="2844931" cy="6295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14008-89DC-4B81-A41F-33C4111926C4}">
      <dsp:nvSpPr>
        <dsp:cNvPr id="0" name=""/>
        <dsp:cNvSpPr/>
      </dsp:nvSpPr>
      <dsp:spPr>
        <a:xfrm>
          <a:off x="0" y="2048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FDE0D-E39E-4635-8D32-7489FFBC6071}">
      <dsp:nvSpPr>
        <dsp:cNvPr id="0" name=""/>
        <dsp:cNvSpPr/>
      </dsp:nvSpPr>
      <dsp:spPr>
        <a:xfrm>
          <a:off x="0" y="0"/>
          <a:ext cx="8946541" cy="1397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1. You receive an email from support@microsoft-helpdesk.net saying your Office 365 subscription has expired. It asks you to click a link and enter your work email and password within 24 hours. </a:t>
          </a:r>
          <a:endParaRPr lang="en-US" sz="2100" kern="1200" dirty="0"/>
        </a:p>
      </dsp:txBody>
      <dsp:txXfrm>
        <a:off x="0" y="0"/>
        <a:ext cx="8946541" cy="1397127"/>
      </dsp:txXfrm>
    </dsp:sp>
    <dsp:sp modelId="{201AC178-68BA-4812-AEA9-423DBF170465}">
      <dsp:nvSpPr>
        <dsp:cNvPr id="0" name=""/>
        <dsp:cNvSpPr/>
      </dsp:nvSpPr>
      <dsp:spPr>
        <a:xfrm>
          <a:off x="0" y="1399176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88EE5-D52F-4F05-86F4-C7A8DB4896AA}">
      <dsp:nvSpPr>
        <dsp:cNvPr id="0" name=""/>
        <dsp:cNvSpPr/>
      </dsp:nvSpPr>
      <dsp:spPr>
        <a:xfrm>
          <a:off x="0" y="1399176"/>
          <a:ext cx="8946541" cy="1397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2. A person in a hi-vis jacket is standing at your office door with a large box. They say: “Can you just hold the door? My hands are full.” They have no visitor badge. </a:t>
          </a:r>
          <a:endParaRPr lang="en-US" sz="2100" kern="1200"/>
        </a:p>
      </dsp:txBody>
      <dsp:txXfrm>
        <a:off x="0" y="1399176"/>
        <a:ext cx="8946541" cy="1397127"/>
      </dsp:txXfrm>
    </dsp:sp>
    <dsp:sp modelId="{716F780E-EDE1-4513-B622-389B9CA56C6A}">
      <dsp:nvSpPr>
        <dsp:cNvPr id="0" name=""/>
        <dsp:cNvSpPr/>
      </dsp:nvSpPr>
      <dsp:spPr>
        <a:xfrm>
          <a:off x="0" y="2796304"/>
          <a:ext cx="89465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94E90-B271-4363-B376-E3286464DEF2}">
      <dsp:nvSpPr>
        <dsp:cNvPr id="0" name=""/>
        <dsp:cNvSpPr/>
      </dsp:nvSpPr>
      <dsp:spPr>
        <a:xfrm>
          <a:off x="0" y="2796304"/>
          <a:ext cx="8946541" cy="1397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3. You get a call: “Hi, this is John from IT. We’ve detected a virus on your computer. I need to access it remotely to fix it. Can you give me your login details?”</a:t>
          </a:r>
          <a:endParaRPr lang="en-US" sz="2100" kern="1200"/>
        </a:p>
      </dsp:txBody>
      <dsp:txXfrm>
        <a:off x="0" y="2796304"/>
        <a:ext cx="8946541" cy="13971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FC631-93C4-45F7-A5B7-7CE5C76CEA3D}">
      <dsp:nvSpPr>
        <dsp:cNvPr id="0" name=""/>
        <dsp:cNvSpPr/>
      </dsp:nvSpPr>
      <dsp:spPr>
        <a:xfrm rot="5400000">
          <a:off x="5679668" y="-2325561"/>
          <a:ext cx="807957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Don’t act immediately 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Pause. Attackers rely on urgency and panic. Resist the pressure to respond straight away – take a breath and slow down.</a:t>
          </a:r>
          <a:endParaRPr lang="en-US" sz="1200" kern="1200" dirty="0"/>
        </a:p>
      </dsp:txBody>
      <dsp:txXfrm rot="-5400000">
        <a:off x="3220754" y="172794"/>
        <a:ext cx="5686345" cy="729075"/>
      </dsp:txXfrm>
    </dsp:sp>
    <dsp:sp modelId="{C00FEDA7-2A2D-41E2-897B-D8E496477BB0}">
      <dsp:nvSpPr>
        <dsp:cNvPr id="0" name=""/>
        <dsp:cNvSpPr/>
      </dsp:nvSpPr>
      <dsp:spPr>
        <a:xfrm>
          <a:off x="0" y="2099"/>
          <a:ext cx="3220754" cy="10099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 dirty="0"/>
            <a:t>1. Stop </a:t>
          </a:r>
          <a:endParaRPr lang="en-US" sz="4900" kern="1200" dirty="0"/>
        </a:p>
      </dsp:txBody>
      <dsp:txXfrm>
        <a:off x="49302" y="51401"/>
        <a:ext cx="3122150" cy="911343"/>
      </dsp:txXfrm>
    </dsp:sp>
    <dsp:sp modelId="{F84FD929-ACB7-43E1-B192-58A5FC1570FF}">
      <dsp:nvSpPr>
        <dsp:cNvPr id="0" name=""/>
        <dsp:cNvSpPr/>
      </dsp:nvSpPr>
      <dsp:spPr>
        <a:xfrm rot="5400000">
          <a:off x="5679668" y="-1295374"/>
          <a:ext cx="807957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Question what you’re seeing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Ask yourself: Does it seem unusual? Were you expecting this? Does the sender/caller make sense? Would my company normally do this?</a:t>
          </a:r>
          <a:endParaRPr lang="en-US" sz="1200" kern="1200"/>
        </a:p>
      </dsp:txBody>
      <dsp:txXfrm rot="-5400000">
        <a:off x="3220754" y="1202981"/>
        <a:ext cx="5686345" cy="729075"/>
      </dsp:txXfrm>
    </dsp:sp>
    <dsp:sp modelId="{49081A35-EDA0-4146-98A3-644459A881C9}">
      <dsp:nvSpPr>
        <dsp:cNvPr id="0" name=""/>
        <dsp:cNvSpPr/>
      </dsp:nvSpPr>
      <dsp:spPr>
        <a:xfrm>
          <a:off x="0" y="1062544"/>
          <a:ext cx="3220754" cy="10099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/>
            <a:t>2. Think</a:t>
          </a:r>
          <a:endParaRPr lang="en-US" sz="4900" kern="1200"/>
        </a:p>
      </dsp:txBody>
      <dsp:txXfrm>
        <a:off x="49302" y="1111846"/>
        <a:ext cx="3122150" cy="911343"/>
      </dsp:txXfrm>
    </dsp:sp>
    <dsp:sp modelId="{01C6AC4D-3BE5-467E-8C6C-A4263076F0EE}">
      <dsp:nvSpPr>
        <dsp:cNvPr id="0" name=""/>
        <dsp:cNvSpPr/>
      </dsp:nvSpPr>
      <dsp:spPr>
        <a:xfrm rot="5400000">
          <a:off x="5679668" y="-234930"/>
          <a:ext cx="807957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Confirm through a trusted channel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If an email – go directly to the website, don’t click the link. If a call – hang up and ring back on an official number that you look up yourself. </a:t>
          </a:r>
          <a:endParaRPr lang="en-US" sz="1200" kern="1200"/>
        </a:p>
      </dsp:txBody>
      <dsp:txXfrm rot="-5400000">
        <a:off x="3220754" y="2263425"/>
        <a:ext cx="5686345" cy="729075"/>
      </dsp:txXfrm>
    </dsp:sp>
    <dsp:sp modelId="{2BD2B20C-DA6B-4690-8538-D1EE7BDCC9D5}">
      <dsp:nvSpPr>
        <dsp:cNvPr id="0" name=""/>
        <dsp:cNvSpPr/>
      </dsp:nvSpPr>
      <dsp:spPr>
        <a:xfrm>
          <a:off x="0" y="2122989"/>
          <a:ext cx="3220754" cy="10099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/>
            <a:t>3. Verify </a:t>
          </a:r>
          <a:endParaRPr lang="en-US" sz="4900" kern="1200"/>
        </a:p>
      </dsp:txBody>
      <dsp:txXfrm>
        <a:off x="49302" y="2172291"/>
        <a:ext cx="3122150" cy="911343"/>
      </dsp:txXfrm>
    </dsp:sp>
    <dsp:sp modelId="{40E94489-48F0-413C-8C67-19848BE2B419}">
      <dsp:nvSpPr>
        <dsp:cNvPr id="0" name=""/>
        <dsp:cNvSpPr/>
      </dsp:nvSpPr>
      <dsp:spPr>
        <a:xfrm rot="5400000">
          <a:off x="5679668" y="825514"/>
          <a:ext cx="807957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Tell your IT or security team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Always report suspicious messages or calls, even if you didn’t fall for it. </a:t>
          </a:r>
          <a:r>
            <a:rPr lang="en-GB" sz="1200" kern="1200"/>
            <a:t>Your report could protect your colleagues from the same attack.</a:t>
          </a:r>
          <a:endParaRPr lang="en-US" sz="1200" kern="1200" dirty="0"/>
        </a:p>
      </dsp:txBody>
      <dsp:txXfrm rot="-5400000">
        <a:off x="3220754" y="3323870"/>
        <a:ext cx="5686345" cy="729075"/>
      </dsp:txXfrm>
    </dsp:sp>
    <dsp:sp modelId="{18B33951-7551-42AD-85D9-416D70E70520}">
      <dsp:nvSpPr>
        <dsp:cNvPr id="0" name=""/>
        <dsp:cNvSpPr/>
      </dsp:nvSpPr>
      <dsp:spPr>
        <a:xfrm>
          <a:off x="0" y="3183433"/>
          <a:ext cx="3220754" cy="10099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 dirty="0"/>
            <a:t>4. Report</a:t>
          </a:r>
          <a:endParaRPr lang="en-US" sz="4900" kern="1200" dirty="0"/>
        </a:p>
      </dsp:txBody>
      <dsp:txXfrm>
        <a:off x="49302" y="3232735"/>
        <a:ext cx="3122150" cy="9113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0C214C-0EC9-477F-9E7C-4AAB1F86E384}">
      <dsp:nvSpPr>
        <dsp:cNvPr id="0" name=""/>
        <dsp:cNvSpPr/>
      </dsp:nvSpPr>
      <dsp:spPr>
        <a:xfrm>
          <a:off x="0" y="95219"/>
          <a:ext cx="6496050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Key Takeaways</a:t>
          </a:r>
          <a:endParaRPr lang="en-US" sz="2600" kern="1200"/>
        </a:p>
      </dsp:txBody>
      <dsp:txXfrm>
        <a:off x="30442" y="125661"/>
        <a:ext cx="6435166" cy="562726"/>
      </dsp:txXfrm>
    </dsp:sp>
    <dsp:sp modelId="{94E3580F-4CC5-4F06-A3A9-06E005A3B180}">
      <dsp:nvSpPr>
        <dsp:cNvPr id="0" name=""/>
        <dsp:cNvSpPr/>
      </dsp:nvSpPr>
      <dsp:spPr>
        <a:xfrm>
          <a:off x="0" y="859770"/>
          <a:ext cx="6496050" cy="2852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5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 dirty="0"/>
            <a:t>Social engineering targets people, not systems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Common attacks: Phishing, Vishing, Pretexting, Tailgating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Red flags: Urgency, unusual requests, suspicious links.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Always verify before you act – Stop. Think. Check.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Report anything suspicious to your IT/security team</a:t>
          </a:r>
          <a:endParaRPr lang="en-US" sz="2000" kern="1200"/>
        </a:p>
      </dsp:txBody>
      <dsp:txXfrm>
        <a:off x="0" y="859770"/>
        <a:ext cx="6496050" cy="2852459"/>
      </dsp:txXfrm>
    </dsp:sp>
    <dsp:sp modelId="{F0FE1AC6-38D6-4213-961C-D61C256908D6}">
      <dsp:nvSpPr>
        <dsp:cNvPr id="0" name=""/>
        <dsp:cNvSpPr/>
      </dsp:nvSpPr>
      <dsp:spPr>
        <a:xfrm>
          <a:off x="0" y="3948385"/>
          <a:ext cx="6496050" cy="623610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Evaluation Sheet</a:t>
          </a:r>
          <a:endParaRPr lang="en-US" sz="2600" kern="1200" dirty="0"/>
        </a:p>
      </dsp:txBody>
      <dsp:txXfrm>
        <a:off x="30442" y="3978827"/>
        <a:ext cx="6435166" cy="562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8E164-00BF-4395-AA13-DAD9508BA7C9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95210-221A-4A2B-9FF4-9DFA3B0940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8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dirty="0"/>
              <a:t>Phishing – check the domain, verify through official channels.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dirty="0"/>
              <a:t>Tailgating – always follow security protocol, offer to call someone to assist them.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dirty="0"/>
              <a:t>Vishing – IT will never ask for your password. Hang up and immediately call IT.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95210-221A-4A2B-9FF4-9DFA3B0940E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742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95210-221A-4A2B-9FF4-9DFA3B0940E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327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71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5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5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90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8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1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4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3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2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79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3248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64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80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08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22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554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C8C49DD-5A8D-84CD-33D4-695918B7A7B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5B0865-4BA8-926E-9A58-DDE3D4CA6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GB"/>
              <a:t>Social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2CA83-1F1C-F75C-9671-9759D7A30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GB"/>
              <a:t>Awareness Training </a:t>
            </a:r>
          </a:p>
          <a:p>
            <a:r>
              <a:rPr lang="en-GB"/>
              <a:t>How hackers manipulate people, not just computers. </a:t>
            </a:r>
          </a:p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99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EF86-2C15-CE25-F0B1-514410B94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GB"/>
              <a:t>Learning outcomes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EBB84-C28D-513C-891F-EAC3638E4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2594" y="2112081"/>
            <a:ext cx="6772532" cy="46089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By the end of this session, you will be able to: </a:t>
            </a:r>
          </a:p>
          <a:p>
            <a:pPr lvl="1"/>
            <a:r>
              <a:rPr lang="en-GB" sz="2400" dirty="0"/>
              <a:t>1. Define social engineering and explain how it differs from technical hacking </a:t>
            </a:r>
          </a:p>
          <a:p>
            <a:pPr lvl="1"/>
            <a:r>
              <a:rPr lang="en-GB" sz="2400" dirty="0"/>
              <a:t>2. Identify the most common types of social engineering attacks </a:t>
            </a:r>
          </a:p>
          <a:p>
            <a:pPr lvl="1"/>
            <a:r>
              <a:rPr lang="en-GB" sz="2400" dirty="0"/>
              <a:t>3. Recognise the warning signs of a social engineering attempt </a:t>
            </a:r>
          </a:p>
          <a:p>
            <a:pPr lvl="1"/>
            <a:r>
              <a:rPr lang="en-GB" sz="2400" dirty="0"/>
              <a:t>4. Know how to respond safely in the moment using the Stop – Think – Verify – Report framework </a:t>
            </a:r>
          </a:p>
          <a:p>
            <a:pPr lvl="1"/>
            <a:endParaRPr lang="en-GB" dirty="0"/>
          </a:p>
        </p:txBody>
      </p:sp>
      <p:pic>
        <p:nvPicPr>
          <p:cNvPr id="18" name="Graphic 17" descr="Programmer">
            <a:extLst>
              <a:ext uri="{FF2B5EF4-FFF2-40B4-BE49-F238E27FC236}">
                <a16:creationId xmlns:a16="http://schemas.microsoft.com/office/drawing/2014/main" id="{A70B93DD-6DA0-91B2-A975-90DFC452C9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69" y="976160"/>
            <a:ext cx="4454725" cy="445472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0DC7EC-80EC-B233-3AD6-F0A4AA06F126}"/>
              </a:ext>
            </a:extLst>
          </p:cNvPr>
          <p:cNvCxnSpPr>
            <a:stCxn id="2" idx="1"/>
          </p:cNvCxnSpPr>
          <p:nvPr/>
        </p:nvCxnSpPr>
        <p:spPr>
          <a:xfrm>
            <a:off x="5413248" y="1709928"/>
            <a:ext cx="5186328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76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2EB8-CBE3-3CC7-64BB-208C28DB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Social Engineering?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1BAE7-54E8-1DA5-C3AD-7DABB42F8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438" y="1506334"/>
            <a:ext cx="7503119" cy="956948"/>
          </a:xfrm>
        </p:spPr>
        <p:txBody>
          <a:bodyPr/>
          <a:lstStyle/>
          <a:p>
            <a:r>
              <a:rPr lang="en-GB" dirty="0"/>
              <a:t>Manipulating people into giving up confidential information or taking unsafe actions.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CE086-835B-F8D1-927D-27D1E715C057}"/>
              </a:ext>
            </a:extLst>
          </p:cNvPr>
          <p:cNvSpPr txBox="1"/>
          <p:nvPr/>
        </p:nvSpPr>
        <p:spPr>
          <a:xfrm>
            <a:off x="8641911" y="1612231"/>
            <a:ext cx="2817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 attacks the HUMAN not the technology.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53282-C4B3-7F8D-B861-2D75049FE494}"/>
              </a:ext>
            </a:extLst>
          </p:cNvPr>
          <p:cNvSpPr txBox="1"/>
          <p:nvPr/>
        </p:nvSpPr>
        <p:spPr>
          <a:xfrm>
            <a:off x="1610274" y="2782669"/>
            <a:ext cx="4659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special computer skills are required by the attackers.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7A987-2D3F-2077-B4CC-45BD552A8E78}"/>
              </a:ext>
            </a:extLst>
          </p:cNvPr>
          <p:cNvSpPr txBox="1"/>
          <p:nvPr/>
        </p:nvSpPr>
        <p:spPr>
          <a:xfrm>
            <a:off x="1610274" y="3795225"/>
            <a:ext cx="4212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Works by exploiting trust, fear and urgency.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50D5E-1776-1781-C899-7BC76DC32338}"/>
              </a:ext>
            </a:extLst>
          </p:cNvPr>
          <p:cNvSpPr txBox="1"/>
          <p:nvPr/>
        </p:nvSpPr>
        <p:spPr>
          <a:xfrm>
            <a:off x="1610274" y="4807781"/>
            <a:ext cx="3894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Can happen online, by phone or even in person.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9A43A14-8FB9-CDBD-43BA-35AF88D688A4}"/>
              </a:ext>
            </a:extLst>
          </p:cNvPr>
          <p:cNvSpPr/>
          <p:nvPr/>
        </p:nvSpPr>
        <p:spPr>
          <a:xfrm>
            <a:off x="742619" y="2897922"/>
            <a:ext cx="614423" cy="4158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D3AEAF3-E7EB-FB89-2F30-5164CCD0E987}"/>
              </a:ext>
            </a:extLst>
          </p:cNvPr>
          <p:cNvSpPr/>
          <p:nvPr/>
        </p:nvSpPr>
        <p:spPr>
          <a:xfrm>
            <a:off x="760468" y="3910478"/>
            <a:ext cx="626864" cy="4158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6BC4F20-021E-F1AC-9981-5D18E6B661A7}"/>
              </a:ext>
            </a:extLst>
          </p:cNvPr>
          <p:cNvSpPr/>
          <p:nvPr/>
        </p:nvSpPr>
        <p:spPr>
          <a:xfrm>
            <a:off x="760468" y="4935843"/>
            <a:ext cx="626864" cy="4158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493325-8076-2E0F-54E5-B5E64BDA8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40" y="2270599"/>
            <a:ext cx="3894786" cy="413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5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4B217-9F74-62FE-D053-4F233D3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GB" sz="3200">
                <a:solidFill>
                  <a:srgbClr val="F2F2F2"/>
                </a:solidFill>
              </a:rPr>
              <a:t>Why should you care?  - Real World Impact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A94A5F0-851E-1C22-EF0D-218A728D89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323673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2204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955B8-3A06-A9B0-66F0-4D60B9FD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Types of Social Engineering Attacks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95C9DB-FE6E-19D9-53A8-BB12E20650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97988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3762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748B7-69A0-B979-B1D5-563A6078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GB" sz="3200" dirty="0">
                <a:solidFill>
                  <a:srgbClr val="F2F2F2"/>
                </a:solidFill>
              </a:rPr>
              <a:t>How to spot a Social Engineering attack</a:t>
            </a:r>
            <a:br>
              <a:rPr lang="en-GB" sz="3200" dirty="0">
                <a:solidFill>
                  <a:srgbClr val="F2F2F2"/>
                </a:solidFill>
              </a:rPr>
            </a:br>
            <a:r>
              <a:rPr lang="en-GB" sz="3200" dirty="0">
                <a:solidFill>
                  <a:srgbClr val="F2F2F2"/>
                </a:solidFill>
              </a:rPr>
              <a:t>		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79506CD-70CE-3393-4839-1FB023A36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3801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74B0D7-F7BC-4D7C-0382-87F11B42A67C}"/>
              </a:ext>
            </a:extLst>
          </p:cNvPr>
          <p:cNvSpPr txBox="1"/>
          <p:nvPr/>
        </p:nvSpPr>
        <p:spPr>
          <a:xfrm>
            <a:off x="4374511" y="6150114"/>
            <a:ext cx="8030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Remember: If something feels wrong. STOP, THINK, and VERIFY before you act. </a:t>
            </a:r>
          </a:p>
        </p:txBody>
      </p:sp>
    </p:spTree>
    <p:extLst>
      <p:ext uri="{BB962C8B-B14F-4D97-AF65-F5344CB8AC3E}">
        <p14:creationId xmlns:p14="http://schemas.microsoft.com/office/powerpoint/2010/main" val="2157388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F0AA-9107-55DE-3C9E-FBD71F25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609601"/>
            <a:ext cx="9404723" cy="1002858"/>
          </a:xfrm>
        </p:spPr>
        <p:txBody>
          <a:bodyPr/>
          <a:lstStyle/>
          <a:p>
            <a:r>
              <a:rPr lang="en-GB" dirty="0"/>
              <a:t>Scenario Exercise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3D24E7-B7C3-388F-4203-3F4382731B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9731957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5418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649CB-75BD-48B9-0778-CB200DFA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EBEBEB"/>
                </a:solidFill>
              </a:rPr>
              <a:t>How to protect yourself </a:t>
            </a:r>
            <a:br>
              <a:rPr lang="en-GB" dirty="0">
                <a:solidFill>
                  <a:srgbClr val="EBEBEB"/>
                </a:solidFill>
              </a:rPr>
            </a:br>
            <a:r>
              <a:rPr lang="en-GB" dirty="0">
                <a:solidFill>
                  <a:srgbClr val="EBEBEB"/>
                </a:solidFill>
              </a:rPr>
              <a:t>	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81796" y="947378"/>
            <a:ext cx="6858001" cy="4963245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7" name="Graphic 6" descr="Phishing">
            <a:extLst>
              <a:ext uri="{FF2B5EF4-FFF2-40B4-BE49-F238E27FC236}">
                <a16:creationId xmlns:a16="http://schemas.microsoft.com/office/drawing/2014/main" id="{5448B6EF-98F4-935F-A9B9-1DB66DAE0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9871" y="1721993"/>
            <a:ext cx="3414010" cy="3414010"/>
          </a:xfrm>
          <a:prstGeom prst="rect">
            <a:avLst/>
          </a:prstGeom>
          <a:effec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30A3E-F3A6-5905-2866-97915AB78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72" y="1854820"/>
            <a:ext cx="6286548" cy="459754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Verify the sender. </a:t>
            </a: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rgbClr val="FFFFFF"/>
                </a:solidFill>
              </a:rPr>
              <a:t>Always check email addresses in full, not just the display name.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Never share passwords</a:t>
            </a: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rgbClr val="FFFFFF"/>
                </a:solidFill>
              </a:rPr>
              <a:t>No legitimate company will ever ask for your password.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Call back on known numbers</a:t>
            </a: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rgbClr val="FFFFFF"/>
                </a:solidFill>
              </a:rPr>
              <a:t>If someone calls claiming to be your bank or IT, hang up and call the official number. 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Think before you click </a:t>
            </a: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rgbClr val="FFFFFF"/>
                </a:solidFill>
              </a:rPr>
              <a:t>Hover over links to preview the URL. When in doubt, go directly to the known website. Never click the link unless you’re 100%.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Use strong, unique passwords</a:t>
            </a: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rgbClr val="FFFFFF"/>
                </a:solidFill>
              </a:rPr>
              <a:t>Use a password manager if needed. Never ever reuse passwords across websites. If one website’s database is leaked that will have a huge knock-on effect.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2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Report suspicious content. </a:t>
            </a: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rgbClr val="FFFFFF"/>
                </a:solidFill>
              </a:rPr>
              <a:t>Always tell your IT/security team about phishing attempts. Even if you didn’t fall for it.</a:t>
            </a:r>
          </a:p>
          <a:p>
            <a:pPr>
              <a:lnSpc>
                <a:spcPct val="90000"/>
              </a:lnSpc>
            </a:pPr>
            <a:endParaRPr lang="en-GB" sz="1000" dirty="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</a:pPr>
            <a:endParaRPr lang="en-GB" sz="1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023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6389-3DB8-6E72-9A48-1FC58722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Respond in the moment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15AA7B-3BBA-BC9C-BAF4-C72BD76FA9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6208928"/>
              </p:ext>
            </p:extLst>
          </p:nvPr>
        </p:nvGraphicFramePr>
        <p:xfrm>
          <a:off x="1104293" y="156749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783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8485C-BEF6-B76A-B755-ECEB0F42C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724" y="2728735"/>
            <a:ext cx="5232036" cy="1400530"/>
          </a:xfrm>
        </p:spPr>
        <p:txBody>
          <a:bodyPr/>
          <a:lstStyle/>
          <a:p>
            <a:r>
              <a:rPr lang="en-GB" sz="5500" dirty="0"/>
              <a:t>Kahoot Time</a:t>
            </a:r>
          </a:p>
        </p:txBody>
      </p:sp>
    </p:spTree>
    <p:extLst>
      <p:ext uri="{BB962C8B-B14F-4D97-AF65-F5344CB8AC3E}">
        <p14:creationId xmlns:p14="http://schemas.microsoft.com/office/powerpoint/2010/main" val="3217440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ABCB-073A-C06A-D049-DA930318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GB" dirty="0"/>
              <a:t>Activity: Have I Been </a:t>
            </a:r>
            <a:r>
              <a:rPr lang="en-GB" dirty="0" err="1"/>
              <a:t>Pwned</a:t>
            </a:r>
            <a:r>
              <a:rPr lang="en-GB" dirty="0"/>
              <a:t>?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98E99C1-5FD5-BA72-C2AD-E9BAFF9FF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5965394" cy="419618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900" dirty="0"/>
              <a:t>Haveibeenpwned.com is a FREE website that allows you to check if your email or password has appeared in a known data breach. Created by a security researcher named Troy Hunt. </a:t>
            </a:r>
          </a:p>
          <a:p>
            <a:pPr>
              <a:lnSpc>
                <a:spcPct val="90000"/>
              </a:lnSpc>
            </a:pPr>
            <a:r>
              <a:rPr lang="en-GB" sz="900" dirty="0"/>
              <a:t>Check your email address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Go to haveibeenpwned.com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Type your email into the search box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Click the ‘</a:t>
            </a:r>
            <a:r>
              <a:rPr lang="en-GB" sz="900" dirty="0" err="1"/>
              <a:t>pwned</a:t>
            </a:r>
            <a:r>
              <a:rPr lang="en-GB" sz="900" dirty="0"/>
              <a:t>?’ button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See which breaches your email appeared in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Note which services were affected</a:t>
            </a:r>
          </a:p>
          <a:p>
            <a:pPr>
              <a:lnSpc>
                <a:spcPct val="90000"/>
              </a:lnSpc>
            </a:pPr>
            <a:endParaRPr lang="en-GB" sz="900" dirty="0"/>
          </a:p>
          <a:p>
            <a:pPr>
              <a:lnSpc>
                <a:spcPct val="90000"/>
              </a:lnSpc>
            </a:pPr>
            <a:r>
              <a:rPr lang="en-GB" sz="900" dirty="0"/>
              <a:t>Check a password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Click ‘Passwords’ in the top menu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Type a password you want to test 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Click the ‘</a:t>
            </a:r>
            <a:r>
              <a:rPr lang="en-GB" sz="900" dirty="0" err="1"/>
              <a:t>pwned</a:t>
            </a:r>
            <a:r>
              <a:rPr lang="en-GB" sz="900" dirty="0"/>
              <a:t>?’ button </a:t>
            </a:r>
          </a:p>
          <a:p>
            <a:pPr lvl="1">
              <a:lnSpc>
                <a:spcPct val="90000"/>
              </a:lnSpc>
            </a:pPr>
            <a:r>
              <a:rPr lang="en-GB" sz="900" dirty="0"/>
              <a:t>It shows how many times it has been leaked in data bases</a:t>
            </a:r>
          </a:p>
          <a:p>
            <a:pPr lvl="1">
              <a:lnSpc>
                <a:spcPct val="90000"/>
              </a:lnSpc>
            </a:pPr>
            <a:endParaRPr lang="en-GB" sz="9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en-GB" sz="900" dirty="0"/>
              <a:t>Privacy: Your password is NEVER sent to the website. Only a small part of the encryption token is sent – it’s completely safe.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900" dirty="0"/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B4991423-6CF9-5769-E268-12444E772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655" y="2145861"/>
            <a:ext cx="4008888" cy="40088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143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07BE4-4137-8D3F-735D-BD44E42C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GB" sz="3200">
                <a:solidFill>
                  <a:srgbClr val="F2F2F2"/>
                </a:solidFill>
              </a:rPr>
              <a:t>Session Summary &amp; Next steps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546C9D-D597-EA9A-7834-1EF881788E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724832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0431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2670</TotalTime>
  <Words>1144</Words>
  <Application>Microsoft Office PowerPoint</Application>
  <PresentationFormat>Widescreen</PresentationFormat>
  <Paragraphs>111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Century Gothic</vt:lpstr>
      <vt:lpstr>Wingdings 3</vt:lpstr>
      <vt:lpstr>Ion</vt:lpstr>
      <vt:lpstr>Social Engineering</vt:lpstr>
      <vt:lpstr>Learning outcomes </vt:lpstr>
      <vt:lpstr>What is Social Engineering?  </vt:lpstr>
      <vt:lpstr>Why should you care?  - Real World Impact</vt:lpstr>
      <vt:lpstr>Types of Social Engineering Attacks</vt:lpstr>
      <vt:lpstr>How to spot a Social Engineering attack   </vt:lpstr>
      <vt:lpstr>Scenario Exercise</vt:lpstr>
      <vt:lpstr>How to protect yourself   </vt:lpstr>
      <vt:lpstr>How to Respond in the moment</vt:lpstr>
      <vt:lpstr>Kahoot Time</vt:lpstr>
      <vt:lpstr>Activity: Have I Been Pwned?</vt:lpstr>
      <vt:lpstr>Session Summary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Aherne (Student - Fibre Installation Technician) 457968)</dc:creator>
  <cp:lastModifiedBy>Daniel Aherne (Student - Fibre Installation Technician) 457968)</cp:lastModifiedBy>
  <cp:revision>27</cp:revision>
  <dcterms:created xsi:type="dcterms:W3CDTF">2026-04-10T07:27:45Z</dcterms:created>
  <dcterms:modified xsi:type="dcterms:W3CDTF">2026-04-12T04:03:03Z</dcterms:modified>
</cp:coreProperties>
</file>